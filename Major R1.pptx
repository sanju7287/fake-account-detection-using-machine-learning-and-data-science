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notesMasterIdLst>
    <p:notesMasterId r:id="rId15"/>
  </p:notesMasterIdLst>
  <p:sldIdLst>
    <p:sldId id="256" r:id="rId2"/>
    <p:sldId id="257" r:id="rId3"/>
    <p:sldId id="258" r:id="rId4"/>
    <p:sldId id="259" r:id="rId5"/>
    <p:sldId id="260" r:id="rId6"/>
    <p:sldId id="261" r:id="rId7"/>
    <p:sldId id="268" r:id="rId8"/>
    <p:sldId id="272" r:id="rId9"/>
    <p:sldId id="269" r:id="rId10"/>
    <p:sldId id="270" r:id="rId11"/>
    <p:sldId id="271"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BC6609-A1CF-4725-9AD3-9811358A2B8E}" v="7" dt="2025-03-05T10:21:20.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78" d="100"/>
          <a:sy n="78" d="100"/>
        </p:scale>
        <p:origin x="82" y="3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an kumar Endroo" userId="71b861b7c79b7313" providerId="LiveId" clId="{DD500D32-4723-4E25-AED3-B5D1862BFEE5}"/>
    <pc:docChg chg="undo custSel addSld delSld modSld modMainMaster">
      <pc:chgData name="Pavan kumar Endroo" userId="71b861b7c79b7313" providerId="LiveId" clId="{DD500D32-4723-4E25-AED3-B5D1862BFEE5}" dt="2025-02-12T11:12:11.951" v="451"/>
      <pc:docMkLst>
        <pc:docMk/>
      </pc:docMkLst>
      <pc:sldChg chg="setBg">
        <pc:chgData name="Pavan kumar Endroo" userId="71b861b7c79b7313" providerId="LiveId" clId="{DD500D32-4723-4E25-AED3-B5D1862BFEE5}" dt="2025-02-12T11:12:11.951" v="451"/>
        <pc:sldMkLst>
          <pc:docMk/>
          <pc:sldMk cId="1664874133" sldId="256"/>
        </pc:sldMkLst>
      </pc:sldChg>
      <pc:sldChg chg="modSp mod">
        <pc:chgData name="Pavan kumar Endroo" userId="71b861b7c79b7313" providerId="LiveId" clId="{DD500D32-4723-4E25-AED3-B5D1862BFEE5}" dt="2025-02-12T10:59:09.414" v="272" actId="11"/>
        <pc:sldMkLst>
          <pc:docMk/>
          <pc:sldMk cId="1924022912" sldId="261"/>
        </pc:sldMkLst>
        <pc:spChg chg="mod">
          <ac:chgData name="Pavan kumar Endroo" userId="71b861b7c79b7313" providerId="LiveId" clId="{DD500D32-4723-4E25-AED3-B5D1862BFEE5}" dt="2025-02-12T10:59:09.414" v="272" actId="11"/>
          <ac:spMkLst>
            <pc:docMk/>
            <pc:sldMk cId="1924022912" sldId="261"/>
            <ac:spMk id="3" creationId="{BDA4BDA8-F178-B04A-7F6D-E3DBDDFE44B5}"/>
          </ac:spMkLst>
        </pc:spChg>
      </pc:sldChg>
      <pc:sldChg chg="addSp delSp modSp del mod">
        <pc:chgData name="Pavan kumar Endroo" userId="71b861b7c79b7313" providerId="LiveId" clId="{DD500D32-4723-4E25-AED3-B5D1862BFEE5}" dt="2025-02-12T11:03:00.083" v="323" actId="2696"/>
        <pc:sldMkLst>
          <pc:docMk/>
          <pc:sldMk cId="794992146" sldId="262"/>
        </pc:sldMkLst>
      </pc:sldChg>
      <pc:sldChg chg="modSp mod">
        <pc:chgData name="Pavan kumar Endroo" userId="71b861b7c79b7313" providerId="LiveId" clId="{DD500D32-4723-4E25-AED3-B5D1862BFEE5}" dt="2025-02-12T11:09:06.551" v="436"/>
        <pc:sldMkLst>
          <pc:docMk/>
          <pc:sldMk cId="2435912853" sldId="264"/>
        </pc:sldMkLst>
      </pc:sldChg>
      <pc:sldChg chg="modSp mod">
        <pc:chgData name="Pavan kumar Endroo" userId="71b861b7c79b7313" providerId="LiveId" clId="{DD500D32-4723-4E25-AED3-B5D1862BFEE5}" dt="2025-02-12T11:09:07.546" v="439"/>
        <pc:sldMkLst>
          <pc:docMk/>
          <pc:sldMk cId="2963377966" sldId="266"/>
        </pc:sldMkLst>
        <pc:spChg chg="mod">
          <ac:chgData name="Pavan kumar Endroo" userId="71b861b7c79b7313" providerId="LiveId" clId="{DD500D32-4723-4E25-AED3-B5D1862BFEE5}" dt="2025-02-12T11:09:07.546" v="439"/>
          <ac:spMkLst>
            <pc:docMk/>
            <pc:sldMk cId="2963377966" sldId="266"/>
            <ac:spMk id="2" creationId="{C5DD1D92-5D24-2798-7602-E3CF66FD526F}"/>
          </ac:spMkLst>
        </pc:spChg>
      </pc:sldChg>
      <pc:sldChg chg="addSp delSp modSp new mod modTransition">
        <pc:chgData name="Pavan kumar Endroo" userId="71b861b7c79b7313" providerId="LiveId" clId="{DD500D32-4723-4E25-AED3-B5D1862BFEE5}" dt="2025-02-12T11:09:07.546" v="439"/>
        <pc:sldMkLst>
          <pc:docMk/>
          <pc:sldMk cId="1241935430" sldId="268"/>
        </pc:sldMkLst>
        <pc:spChg chg="mod">
          <ac:chgData name="Pavan kumar Endroo" userId="71b861b7c79b7313" providerId="LiveId" clId="{DD500D32-4723-4E25-AED3-B5D1862BFEE5}" dt="2025-02-12T11:09:07.546" v="439"/>
          <ac:spMkLst>
            <pc:docMk/>
            <pc:sldMk cId="1241935430" sldId="268"/>
            <ac:spMk id="2" creationId="{08934143-C686-5338-6C61-33764EE6528B}"/>
          </ac:spMkLst>
        </pc:spChg>
        <pc:spChg chg="mod">
          <ac:chgData name="Pavan kumar Endroo" userId="71b861b7c79b7313" providerId="LiveId" clId="{DD500D32-4723-4E25-AED3-B5D1862BFEE5}" dt="2025-02-12T11:09:06.551" v="436"/>
          <ac:spMkLst>
            <pc:docMk/>
            <pc:sldMk cId="1241935430" sldId="268"/>
            <ac:spMk id="3" creationId="{A434C5A9-4256-B4AE-DB65-46C8E11512EE}"/>
          </ac:spMkLst>
        </pc:spChg>
        <pc:spChg chg="add mod">
          <ac:chgData name="Pavan kumar Endroo" userId="71b861b7c79b7313" providerId="LiveId" clId="{DD500D32-4723-4E25-AED3-B5D1862BFEE5}" dt="2025-02-12T11:06:21.717" v="390" actId="14100"/>
          <ac:spMkLst>
            <pc:docMk/>
            <pc:sldMk cId="1241935430" sldId="268"/>
            <ac:spMk id="14" creationId="{92B65CD4-ABB9-F34B-AEBA-72482DC5074B}"/>
          </ac:spMkLst>
        </pc:spChg>
        <pc:spChg chg="add mod">
          <ac:chgData name="Pavan kumar Endroo" userId="71b861b7c79b7313" providerId="LiveId" clId="{DD500D32-4723-4E25-AED3-B5D1862BFEE5}" dt="2025-02-12T11:06:21.717" v="390" actId="14100"/>
          <ac:spMkLst>
            <pc:docMk/>
            <pc:sldMk cId="1241935430" sldId="268"/>
            <ac:spMk id="15" creationId="{FAD84C13-7863-42DC-B417-82D7A055908D}"/>
          </ac:spMkLst>
        </pc:spChg>
      </pc:sldChg>
      <pc:sldMasterChg chg="setBg modSldLayout">
        <pc:chgData name="Pavan kumar Endroo" userId="71b861b7c79b7313" providerId="LiveId" clId="{DD500D32-4723-4E25-AED3-B5D1862BFEE5}" dt="2025-02-12T11:12:11.951" v="451"/>
        <pc:sldMasterMkLst>
          <pc:docMk/>
          <pc:sldMasterMk cId="3165211521" sldId="2147483760"/>
        </pc:sldMasterMkLst>
        <pc:sldLayoutChg chg="setBg">
          <pc:chgData name="Pavan kumar Endroo" userId="71b861b7c79b7313" providerId="LiveId" clId="{DD500D32-4723-4E25-AED3-B5D1862BFEE5}" dt="2025-02-12T11:12:11.951" v="451"/>
          <pc:sldLayoutMkLst>
            <pc:docMk/>
            <pc:sldMasterMk cId="3165211521" sldId="2147483760"/>
            <pc:sldLayoutMk cId="66454546" sldId="2147483761"/>
          </pc:sldLayoutMkLst>
        </pc:sldLayoutChg>
        <pc:sldLayoutChg chg="setBg">
          <pc:chgData name="Pavan kumar Endroo" userId="71b861b7c79b7313" providerId="LiveId" clId="{DD500D32-4723-4E25-AED3-B5D1862BFEE5}" dt="2025-02-12T11:12:11.951" v="451"/>
          <pc:sldLayoutMkLst>
            <pc:docMk/>
            <pc:sldMasterMk cId="3165211521" sldId="2147483760"/>
            <pc:sldLayoutMk cId="1179570294" sldId="2147483762"/>
          </pc:sldLayoutMkLst>
        </pc:sldLayoutChg>
        <pc:sldLayoutChg chg="setBg">
          <pc:chgData name="Pavan kumar Endroo" userId="71b861b7c79b7313" providerId="LiveId" clId="{DD500D32-4723-4E25-AED3-B5D1862BFEE5}" dt="2025-02-12T11:12:11.951" v="451"/>
          <pc:sldLayoutMkLst>
            <pc:docMk/>
            <pc:sldMasterMk cId="3165211521" sldId="2147483760"/>
            <pc:sldLayoutMk cId="2978115979" sldId="2147483763"/>
          </pc:sldLayoutMkLst>
        </pc:sldLayoutChg>
        <pc:sldLayoutChg chg="setBg">
          <pc:chgData name="Pavan kumar Endroo" userId="71b861b7c79b7313" providerId="LiveId" clId="{DD500D32-4723-4E25-AED3-B5D1862BFEE5}" dt="2025-02-12T11:12:11.951" v="451"/>
          <pc:sldLayoutMkLst>
            <pc:docMk/>
            <pc:sldMasterMk cId="3165211521" sldId="2147483760"/>
            <pc:sldLayoutMk cId="2353206153" sldId="2147483764"/>
          </pc:sldLayoutMkLst>
        </pc:sldLayoutChg>
        <pc:sldLayoutChg chg="setBg">
          <pc:chgData name="Pavan kumar Endroo" userId="71b861b7c79b7313" providerId="LiveId" clId="{DD500D32-4723-4E25-AED3-B5D1862BFEE5}" dt="2025-02-12T11:12:11.951" v="451"/>
          <pc:sldLayoutMkLst>
            <pc:docMk/>
            <pc:sldMasterMk cId="3165211521" sldId="2147483760"/>
            <pc:sldLayoutMk cId="1239270686" sldId="2147483765"/>
          </pc:sldLayoutMkLst>
        </pc:sldLayoutChg>
        <pc:sldLayoutChg chg="setBg">
          <pc:chgData name="Pavan kumar Endroo" userId="71b861b7c79b7313" providerId="LiveId" clId="{DD500D32-4723-4E25-AED3-B5D1862BFEE5}" dt="2025-02-12T11:12:11.951" v="451"/>
          <pc:sldLayoutMkLst>
            <pc:docMk/>
            <pc:sldMasterMk cId="3165211521" sldId="2147483760"/>
            <pc:sldLayoutMk cId="3951371561" sldId="2147483766"/>
          </pc:sldLayoutMkLst>
        </pc:sldLayoutChg>
        <pc:sldLayoutChg chg="setBg">
          <pc:chgData name="Pavan kumar Endroo" userId="71b861b7c79b7313" providerId="LiveId" clId="{DD500D32-4723-4E25-AED3-B5D1862BFEE5}" dt="2025-02-12T11:12:11.951" v="451"/>
          <pc:sldLayoutMkLst>
            <pc:docMk/>
            <pc:sldMasterMk cId="3165211521" sldId="2147483760"/>
            <pc:sldLayoutMk cId="95327448" sldId="2147483767"/>
          </pc:sldLayoutMkLst>
        </pc:sldLayoutChg>
        <pc:sldLayoutChg chg="setBg">
          <pc:chgData name="Pavan kumar Endroo" userId="71b861b7c79b7313" providerId="LiveId" clId="{DD500D32-4723-4E25-AED3-B5D1862BFEE5}" dt="2025-02-12T11:12:11.951" v="451"/>
          <pc:sldLayoutMkLst>
            <pc:docMk/>
            <pc:sldMasterMk cId="3165211521" sldId="2147483760"/>
            <pc:sldLayoutMk cId="2509435717" sldId="2147483768"/>
          </pc:sldLayoutMkLst>
        </pc:sldLayoutChg>
        <pc:sldLayoutChg chg="setBg">
          <pc:chgData name="Pavan kumar Endroo" userId="71b861b7c79b7313" providerId="LiveId" clId="{DD500D32-4723-4E25-AED3-B5D1862BFEE5}" dt="2025-02-12T11:12:11.951" v="451"/>
          <pc:sldLayoutMkLst>
            <pc:docMk/>
            <pc:sldMasterMk cId="3165211521" sldId="2147483760"/>
            <pc:sldLayoutMk cId="1023152518" sldId="2147483769"/>
          </pc:sldLayoutMkLst>
        </pc:sldLayoutChg>
        <pc:sldLayoutChg chg="setBg">
          <pc:chgData name="Pavan kumar Endroo" userId="71b861b7c79b7313" providerId="LiveId" clId="{DD500D32-4723-4E25-AED3-B5D1862BFEE5}" dt="2025-02-12T11:12:11.951" v="451"/>
          <pc:sldLayoutMkLst>
            <pc:docMk/>
            <pc:sldMasterMk cId="3165211521" sldId="2147483760"/>
            <pc:sldLayoutMk cId="1317836638" sldId="2147483770"/>
          </pc:sldLayoutMkLst>
        </pc:sldLayoutChg>
        <pc:sldLayoutChg chg="setBg">
          <pc:chgData name="Pavan kumar Endroo" userId="71b861b7c79b7313" providerId="LiveId" clId="{DD500D32-4723-4E25-AED3-B5D1862BFEE5}" dt="2025-02-12T11:12:11.951" v="451"/>
          <pc:sldLayoutMkLst>
            <pc:docMk/>
            <pc:sldMasterMk cId="3165211521" sldId="2147483760"/>
            <pc:sldLayoutMk cId="3838489567" sldId="2147483771"/>
          </pc:sldLayoutMkLst>
        </pc:sldLayoutChg>
        <pc:sldLayoutChg chg="setBg">
          <pc:chgData name="Pavan kumar Endroo" userId="71b861b7c79b7313" providerId="LiveId" clId="{DD500D32-4723-4E25-AED3-B5D1862BFEE5}" dt="2025-02-12T11:12:11.951" v="451"/>
          <pc:sldLayoutMkLst>
            <pc:docMk/>
            <pc:sldMasterMk cId="3165211521" sldId="2147483760"/>
            <pc:sldLayoutMk cId="4153954280" sldId="2147483772"/>
          </pc:sldLayoutMkLst>
        </pc:sldLayoutChg>
        <pc:sldLayoutChg chg="setBg">
          <pc:chgData name="Pavan kumar Endroo" userId="71b861b7c79b7313" providerId="LiveId" clId="{DD500D32-4723-4E25-AED3-B5D1862BFEE5}" dt="2025-02-12T11:12:11.951" v="451"/>
          <pc:sldLayoutMkLst>
            <pc:docMk/>
            <pc:sldMasterMk cId="3165211521" sldId="2147483760"/>
            <pc:sldLayoutMk cId="3265967687" sldId="2147483773"/>
          </pc:sldLayoutMkLst>
        </pc:sldLayoutChg>
        <pc:sldLayoutChg chg="setBg">
          <pc:chgData name="Pavan kumar Endroo" userId="71b861b7c79b7313" providerId="LiveId" clId="{DD500D32-4723-4E25-AED3-B5D1862BFEE5}" dt="2025-02-12T11:12:11.951" v="451"/>
          <pc:sldLayoutMkLst>
            <pc:docMk/>
            <pc:sldMasterMk cId="3165211521" sldId="2147483760"/>
            <pc:sldLayoutMk cId="1146377881" sldId="2147483774"/>
          </pc:sldLayoutMkLst>
        </pc:sldLayoutChg>
        <pc:sldLayoutChg chg="setBg">
          <pc:chgData name="Pavan kumar Endroo" userId="71b861b7c79b7313" providerId="LiveId" clId="{DD500D32-4723-4E25-AED3-B5D1862BFEE5}" dt="2025-02-12T11:12:11.951" v="451"/>
          <pc:sldLayoutMkLst>
            <pc:docMk/>
            <pc:sldMasterMk cId="3165211521" sldId="2147483760"/>
            <pc:sldLayoutMk cId="1887839784" sldId="2147483775"/>
          </pc:sldLayoutMkLst>
        </pc:sldLayoutChg>
        <pc:sldLayoutChg chg="setBg">
          <pc:chgData name="Pavan kumar Endroo" userId="71b861b7c79b7313" providerId="LiveId" clId="{DD500D32-4723-4E25-AED3-B5D1862BFEE5}" dt="2025-02-12T11:12:11.951" v="451"/>
          <pc:sldLayoutMkLst>
            <pc:docMk/>
            <pc:sldMasterMk cId="3165211521" sldId="2147483760"/>
            <pc:sldLayoutMk cId="611389228" sldId="2147483776"/>
          </pc:sldLayoutMkLst>
        </pc:sldLayoutChg>
      </pc:sldMasterChg>
    </pc:docChg>
  </pc:docChgLst>
  <pc:docChgLst>
    <pc:chgData name="Chandra Sanjay kumar" userId="ce268f9699938e29" providerId="LiveId" clId="{C5BC6609-A1CF-4725-9AD3-9811358A2B8E}"/>
    <pc:docChg chg="undo custSel addSld delSld modSld">
      <pc:chgData name="Chandra Sanjay kumar" userId="ce268f9699938e29" providerId="LiveId" clId="{C5BC6609-A1CF-4725-9AD3-9811358A2B8E}" dt="2025-03-05T10:24:13.813" v="222" actId="255"/>
      <pc:docMkLst>
        <pc:docMk/>
      </pc:docMkLst>
      <pc:sldChg chg="modSp mod">
        <pc:chgData name="Chandra Sanjay kumar" userId="ce268f9699938e29" providerId="LiveId" clId="{C5BC6609-A1CF-4725-9AD3-9811358A2B8E}" dt="2025-03-05T10:23:36.008" v="218" actId="2711"/>
        <pc:sldMkLst>
          <pc:docMk/>
          <pc:sldMk cId="3665316414" sldId="257"/>
        </pc:sldMkLst>
        <pc:spChg chg="mod">
          <ac:chgData name="Chandra Sanjay kumar" userId="ce268f9699938e29" providerId="LiveId" clId="{C5BC6609-A1CF-4725-9AD3-9811358A2B8E}" dt="2025-03-05T10:23:36.008" v="218" actId="2711"/>
          <ac:spMkLst>
            <pc:docMk/>
            <pc:sldMk cId="3665316414" sldId="257"/>
            <ac:spMk id="3" creationId="{73422850-E204-F340-5388-B34E7BBF967E}"/>
          </ac:spMkLst>
        </pc:spChg>
        <pc:spChg chg="mod">
          <ac:chgData name="Chandra Sanjay kumar" userId="ce268f9699938e29" providerId="LiveId" clId="{C5BC6609-A1CF-4725-9AD3-9811358A2B8E}" dt="2025-03-05T10:22:54.175" v="216" actId="255"/>
          <ac:spMkLst>
            <pc:docMk/>
            <pc:sldMk cId="3665316414" sldId="257"/>
            <ac:spMk id="4" creationId="{BAFF55A9-2384-7BFF-3BDC-2F616B344239}"/>
          </ac:spMkLst>
        </pc:spChg>
      </pc:sldChg>
      <pc:sldChg chg="modSp mod">
        <pc:chgData name="Chandra Sanjay kumar" userId="ce268f9699938e29" providerId="LiveId" clId="{C5BC6609-A1CF-4725-9AD3-9811358A2B8E}" dt="2025-03-05T10:24:13.813" v="222" actId="255"/>
        <pc:sldMkLst>
          <pc:docMk/>
          <pc:sldMk cId="260777625" sldId="258"/>
        </pc:sldMkLst>
        <pc:spChg chg="mod">
          <ac:chgData name="Chandra Sanjay kumar" userId="ce268f9699938e29" providerId="LiveId" clId="{C5BC6609-A1CF-4725-9AD3-9811358A2B8E}" dt="2025-03-05T10:23:53.653" v="220" actId="255"/>
          <ac:spMkLst>
            <pc:docMk/>
            <pc:sldMk cId="260777625" sldId="258"/>
            <ac:spMk id="2" creationId="{CDE5FFA8-33E9-36C2-6BD9-D3B619F27D99}"/>
          </ac:spMkLst>
        </pc:spChg>
        <pc:spChg chg="mod">
          <ac:chgData name="Chandra Sanjay kumar" userId="ce268f9699938e29" providerId="LiveId" clId="{C5BC6609-A1CF-4725-9AD3-9811358A2B8E}" dt="2025-03-05T10:24:13.813" v="222" actId="255"/>
          <ac:spMkLst>
            <pc:docMk/>
            <pc:sldMk cId="260777625" sldId="258"/>
            <ac:spMk id="3" creationId="{84328012-6D61-0174-A39E-F127D1F61248}"/>
          </ac:spMkLst>
        </pc:spChg>
      </pc:sldChg>
      <pc:sldChg chg="del">
        <pc:chgData name="Chandra Sanjay kumar" userId="ce268f9699938e29" providerId="LiveId" clId="{C5BC6609-A1CF-4725-9AD3-9811358A2B8E}" dt="2025-03-05T09:36:03.716" v="178" actId="2696"/>
        <pc:sldMkLst>
          <pc:docMk/>
          <pc:sldMk cId="2435912853" sldId="264"/>
        </pc:sldMkLst>
      </pc:sldChg>
      <pc:sldChg chg="modSp new mod">
        <pc:chgData name="Chandra Sanjay kumar" userId="ce268f9699938e29" providerId="LiveId" clId="{C5BC6609-A1CF-4725-9AD3-9811358A2B8E}" dt="2025-03-05T09:20:46.528" v="109" actId="20577"/>
        <pc:sldMkLst>
          <pc:docMk/>
          <pc:sldMk cId="797573143" sldId="269"/>
        </pc:sldMkLst>
        <pc:spChg chg="mod">
          <ac:chgData name="Chandra Sanjay kumar" userId="ce268f9699938e29" providerId="LiveId" clId="{C5BC6609-A1CF-4725-9AD3-9811358A2B8E}" dt="2025-03-05T08:48:30.585" v="64"/>
          <ac:spMkLst>
            <pc:docMk/>
            <pc:sldMk cId="797573143" sldId="269"/>
            <ac:spMk id="2" creationId="{EAAC20D1-9D7C-385D-0B89-6E665B036AE6}"/>
          </ac:spMkLst>
        </pc:spChg>
        <pc:spChg chg="mod">
          <ac:chgData name="Chandra Sanjay kumar" userId="ce268f9699938e29" providerId="LiveId" clId="{C5BC6609-A1CF-4725-9AD3-9811358A2B8E}" dt="2025-03-05T09:20:46.528" v="109" actId="20577"/>
          <ac:spMkLst>
            <pc:docMk/>
            <pc:sldMk cId="797573143" sldId="269"/>
            <ac:spMk id="3" creationId="{6C4805AF-B9D9-9DD8-BD09-66767DFAABA5}"/>
          </ac:spMkLst>
        </pc:spChg>
      </pc:sldChg>
      <pc:sldChg chg="modSp new mod">
        <pc:chgData name="Chandra Sanjay kumar" userId="ce268f9699938e29" providerId="LiveId" clId="{C5BC6609-A1CF-4725-9AD3-9811358A2B8E}" dt="2025-03-05T09:24:26.604" v="155" actId="20577"/>
        <pc:sldMkLst>
          <pc:docMk/>
          <pc:sldMk cId="281127598" sldId="270"/>
        </pc:sldMkLst>
        <pc:spChg chg="mod">
          <ac:chgData name="Chandra Sanjay kumar" userId="ce268f9699938e29" providerId="LiveId" clId="{C5BC6609-A1CF-4725-9AD3-9811358A2B8E}" dt="2025-03-05T09:21:39.406" v="124" actId="20577"/>
          <ac:spMkLst>
            <pc:docMk/>
            <pc:sldMk cId="281127598" sldId="270"/>
            <ac:spMk id="2" creationId="{649AB06C-02B4-3ED5-BCBC-7EC0ABC307CE}"/>
          </ac:spMkLst>
        </pc:spChg>
        <pc:spChg chg="mod">
          <ac:chgData name="Chandra Sanjay kumar" userId="ce268f9699938e29" providerId="LiveId" clId="{C5BC6609-A1CF-4725-9AD3-9811358A2B8E}" dt="2025-03-05T09:24:26.604" v="155" actId="20577"/>
          <ac:spMkLst>
            <pc:docMk/>
            <pc:sldMk cId="281127598" sldId="270"/>
            <ac:spMk id="3" creationId="{A5507F9A-D002-6EAC-1268-6359C2D08098}"/>
          </ac:spMkLst>
        </pc:spChg>
      </pc:sldChg>
      <pc:sldChg chg="modSp new mod">
        <pc:chgData name="Chandra Sanjay kumar" userId="ce268f9699938e29" providerId="LiveId" clId="{C5BC6609-A1CF-4725-9AD3-9811358A2B8E}" dt="2025-03-05T09:25:48.176" v="177" actId="20577"/>
        <pc:sldMkLst>
          <pc:docMk/>
          <pc:sldMk cId="1931291043" sldId="271"/>
        </pc:sldMkLst>
        <pc:spChg chg="mod">
          <ac:chgData name="Chandra Sanjay kumar" userId="ce268f9699938e29" providerId="LiveId" clId="{C5BC6609-A1CF-4725-9AD3-9811358A2B8E}" dt="2025-03-05T09:24:58.671" v="171" actId="20577"/>
          <ac:spMkLst>
            <pc:docMk/>
            <pc:sldMk cId="1931291043" sldId="271"/>
            <ac:spMk id="2" creationId="{A092254D-803B-DB5F-C779-2CE647E0705A}"/>
          </ac:spMkLst>
        </pc:spChg>
        <pc:spChg chg="mod">
          <ac:chgData name="Chandra Sanjay kumar" userId="ce268f9699938e29" providerId="LiveId" clId="{C5BC6609-A1CF-4725-9AD3-9811358A2B8E}" dt="2025-03-05T09:25:48.176" v="177" actId="20577"/>
          <ac:spMkLst>
            <pc:docMk/>
            <pc:sldMk cId="1931291043" sldId="271"/>
            <ac:spMk id="3" creationId="{E77C9CC7-D655-E4B3-A86A-0914861DBDF2}"/>
          </ac:spMkLst>
        </pc:spChg>
      </pc:sldChg>
      <pc:sldChg chg="addSp delSp modSp new mod">
        <pc:chgData name="Chandra Sanjay kumar" userId="ce268f9699938e29" providerId="LiveId" clId="{C5BC6609-A1CF-4725-9AD3-9811358A2B8E}" dt="2025-03-05T10:21:59.917" v="213" actId="1076"/>
        <pc:sldMkLst>
          <pc:docMk/>
          <pc:sldMk cId="2820362109" sldId="272"/>
        </pc:sldMkLst>
        <pc:spChg chg="mod">
          <ac:chgData name="Chandra Sanjay kumar" userId="ce268f9699938e29" providerId="LiveId" clId="{C5BC6609-A1CF-4725-9AD3-9811358A2B8E}" dt="2025-03-05T09:36:47.985" v="201" actId="20577"/>
          <ac:spMkLst>
            <pc:docMk/>
            <pc:sldMk cId="2820362109" sldId="272"/>
            <ac:spMk id="2" creationId="{1EA6026D-E25A-B27F-1DF4-2BAAB7B68FEB}"/>
          </ac:spMkLst>
        </pc:spChg>
        <pc:spChg chg="del">
          <ac:chgData name="Chandra Sanjay kumar" userId="ce268f9699938e29" providerId="LiveId" clId="{C5BC6609-A1CF-4725-9AD3-9811358A2B8E}" dt="2025-03-05T10:21:20.061" v="204" actId="931"/>
          <ac:spMkLst>
            <pc:docMk/>
            <pc:sldMk cId="2820362109" sldId="272"/>
            <ac:spMk id="3" creationId="{2B4044A4-F101-D96D-DB2E-AC4597E18AC1}"/>
          </ac:spMkLst>
        </pc:spChg>
        <pc:spChg chg="add">
          <ac:chgData name="Chandra Sanjay kumar" userId="ce268f9699938e29" providerId="LiveId" clId="{C5BC6609-A1CF-4725-9AD3-9811358A2B8E}" dt="2025-03-05T10:19:24.611" v="202"/>
          <ac:spMkLst>
            <pc:docMk/>
            <pc:sldMk cId="2820362109" sldId="272"/>
            <ac:spMk id="6" creationId="{FAB2BED2-CB09-7D22-CDF7-141AE18211FB}"/>
          </ac:spMkLst>
        </pc:spChg>
        <pc:spChg chg="add">
          <ac:chgData name="Chandra Sanjay kumar" userId="ce268f9699938e29" providerId="LiveId" clId="{C5BC6609-A1CF-4725-9AD3-9811358A2B8E}" dt="2025-03-05T10:19:24.611" v="202"/>
          <ac:spMkLst>
            <pc:docMk/>
            <pc:sldMk cId="2820362109" sldId="272"/>
            <ac:spMk id="7" creationId="{3541C1EE-6C4E-7027-70DC-CEE7FF66D3EB}"/>
          </ac:spMkLst>
        </pc:spChg>
        <pc:spChg chg="add">
          <ac:chgData name="Chandra Sanjay kumar" userId="ce268f9699938e29" providerId="LiveId" clId="{C5BC6609-A1CF-4725-9AD3-9811358A2B8E}" dt="2025-03-05T10:19:24.611" v="202"/>
          <ac:spMkLst>
            <pc:docMk/>
            <pc:sldMk cId="2820362109" sldId="272"/>
            <ac:spMk id="11" creationId="{4B34EEA7-A419-4198-0896-F62CB3199D46}"/>
          </ac:spMkLst>
        </pc:spChg>
        <pc:spChg chg="add">
          <ac:chgData name="Chandra Sanjay kumar" userId="ce268f9699938e29" providerId="LiveId" clId="{C5BC6609-A1CF-4725-9AD3-9811358A2B8E}" dt="2025-03-05T10:19:24.611" v="202"/>
          <ac:spMkLst>
            <pc:docMk/>
            <pc:sldMk cId="2820362109" sldId="272"/>
            <ac:spMk id="12" creationId="{A3E606BD-39DF-A40C-7626-8918D3345A27}"/>
          </ac:spMkLst>
        </pc:spChg>
        <pc:spChg chg="add">
          <ac:chgData name="Chandra Sanjay kumar" userId="ce268f9699938e29" providerId="LiveId" clId="{C5BC6609-A1CF-4725-9AD3-9811358A2B8E}" dt="2025-03-05T10:19:24.611" v="202"/>
          <ac:spMkLst>
            <pc:docMk/>
            <pc:sldMk cId="2820362109" sldId="272"/>
            <ac:spMk id="13" creationId="{58622B56-B9B6-DC37-605F-B003BEF45D81}"/>
          </ac:spMkLst>
        </pc:spChg>
        <pc:spChg chg="add">
          <ac:chgData name="Chandra Sanjay kumar" userId="ce268f9699938e29" providerId="LiveId" clId="{C5BC6609-A1CF-4725-9AD3-9811358A2B8E}" dt="2025-03-05T10:19:24.611" v="202"/>
          <ac:spMkLst>
            <pc:docMk/>
            <pc:sldMk cId="2820362109" sldId="272"/>
            <ac:spMk id="14" creationId="{0E6EAE5D-7A87-2062-6D9C-C28B153AFF44}"/>
          </ac:spMkLst>
        </pc:spChg>
        <pc:spChg chg="add">
          <ac:chgData name="Chandra Sanjay kumar" userId="ce268f9699938e29" providerId="LiveId" clId="{C5BC6609-A1CF-4725-9AD3-9811358A2B8E}" dt="2025-03-05T10:19:24.611" v="202"/>
          <ac:spMkLst>
            <pc:docMk/>
            <pc:sldMk cId="2820362109" sldId="272"/>
            <ac:spMk id="15" creationId="{232F7369-F453-8747-9D23-73F6CEDB5846}"/>
          </ac:spMkLst>
        </pc:spChg>
        <pc:spChg chg="add">
          <ac:chgData name="Chandra Sanjay kumar" userId="ce268f9699938e29" providerId="LiveId" clId="{C5BC6609-A1CF-4725-9AD3-9811358A2B8E}" dt="2025-03-05T10:19:24.611" v="202"/>
          <ac:spMkLst>
            <pc:docMk/>
            <pc:sldMk cId="2820362109" sldId="272"/>
            <ac:spMk id="18" creationId="{37E0D906-B2C2-8939-E9F8-D167DE474464}"/>
          </ac:spMkLst>
        </pc:spChg>
        <pc:spChg chg="add">
          <ac:chgData name="Chandra Sanjay kumar" userId="ce268f9699938e29" providerId="LiveId" clId="{C5BC6609-A1CF-4725-9AD3-9811358A2B8E}" dt="2025-03-05T10:19:24.611" v="202"/>
          <ac:spMkLst>
            <pc:docMk/>
            <pc:sldMk cId="2820362109" sldId="272"/>
            <ac:spMk id="31" creationId="{C239214E-EA43-BF87-0F3A-0AF8146FD286}"/>
          </ac:spMkLst>
        </pc:spChg>
        <pc:spChg chg="add">
          <ac:chgData name="Chandra Sanjay kumar" userId="ce268f9699938e29" providerId="LiveId" clId="{C5BC6609-A1CF-4725-9AD3-9811358A2B8E}" dt="2025-03-05T10:19:24.611" v="202"/>
          <ac:spMkLst>
            <pc:docMk/>
            <pc:sldMk cId="2820362109" sldId="272"/>
            <ac:spMk id="34" creationId="{740AAF5B-0BF4-053F-F364-9CF1AEA24655}"/>
          </ac:spMkLst>
        </pc:spChg>
        <pc:spChg chg="add">
          <ac:chgData name="Chandra Sanjay kumar" userId="ce268f9699938e29" providerId="LiveId" clId="{C5BC6609-A1CF-4725-9AD3-9811358A2B8E}" dt="2025-03-05T10:19:31.758" v="203"/>
          <ac:spMkLst>
            <pc:docMk/>
            <pc:sldMk cId="2820362109" sldId="272"/>
            <ac:spMk id="35" creationId="{DC299E6C-36AD-00B4-D324-39ACFEE9427B}"/>
          </ac:spMkLst>
        </pc:spChg>
        <pc:spChg chg="add">
          <ac:chgData name="Chandra Sanjay kumar" userId="ce268f9699938e29" providerId="LiveId" clId="{C5BC6609-A1CF-4725-9AD3-9811358A2B8E}" dt="2025-03-05T10:19:31.758" v="203"/>
          <ac:spMkLst>
            <pc:docMk/>
            <pc:sldMk cId="2820362109" sldId="272"/>
            <ac:spMk id="37" creationId="{D98BFB18-49D4-B9EB-E2BA-F64AFF1FA734}"/>
          </ac:spMkLst>
        </pc:spChg>
        <pc:spChg chg="add">
          <ac:chgData name="Chandra Sanjay kumar" userId="ce268f9699938e29" providerId="LiveId" clId="{C5BC6609-A1CF-4725-9AD3-9811358A2B8E}" dt="2025-03-05T10:19:31.758" v="203"/>
          <ac:spMkLst>
            <pc:docMk/>
            <pc:sldMk cId="2820362109" sldId="272"/>
            <ac:spMk id="40" creationId="{F6DFF0CD-71F1-4331-D053-0B2887B0EDAF}"/>
          </ac:spMkLst>
        </pc:spChg>
        <pc:spChg chg="add">
          <ac:chgData name="Chandra Sanjay kumar" userId="ce268f9699938e29" providerId="LiveId" clId="{C5BC6609-A1CF-4725-9AD3-9811358A2B8E}" dt="2025-03-05T10:19:31.758" v="203"/>
          <ac:spMkLst>
            <pc:docMk/>
            <pc:sldMk cId="2820362109" sldId="272"/>
            <ac:spMk id="41" creationId="{7F6B4453-DFD4-A219-3A24-EB44E2CCF0FE}"/>
          </ac:spMkLst>
        </pc:spChg>
        <pc:spChg chg="add">
          <ac:chgData name="Chandra Sanjay kumar" userId="ce268f9699938e29" providerId="LiveId" clId="{C5BC6609-A1CF-4725-9AD3-9811358A2B8E}" dt="2025-03-05T10:19:31.758" v="203"/>
          <ac:spMkLst>
            <pc:docMk/>
            <pc:sldMk cId="2820362109" sldId="272"/>
            <ac:spMk id="43" creationId="{6B8928E8-BBA5-ED0D-17EC-36FA05A5D32F}"/>
          </ac:spMkLst>
        </pc:spChg>
        <pc:spChg chg="add">
          <ac:chgData name="Chandra Sanjay kumar" userId="ce268f9699938e29" providerId="LiveId" clId="{C5BC6609-A1CF-4725-9AD3-9811358A2B8E}" dt="2025-03-05T10:19:31.758" v="203"/>
          <ac:spMkLst>
            <pc:docMk/>
            <pc:sldMk cId="2820362109" sldId="272"/>
            <ac:spMk id="44" creationId="{05224FAC-822B-BA36-D957-74B9BC51E235}"/>
          </ac:spMkLst>
        </pc:spChg>
        <pc:spChg chg="add">
          <ac:chgData name="Chandra Sanjay kumar" userId="ce268f9699938e29" providerId="LiveId" clId="{C5BC6609-A1CF-4725-9AD3-9811358A2B8E}" dt="2025-03-05T10:19:31.758" v="203"/>
          <ac:spMkLst>
            <pc:docMk/>
            <pc:sldMk cId="2820362109" sldId="272"/>
            <ac:spMk id="47" creationId="{680ECA2E-1373-D1FA-FC38-3BF54266BF19}"/>
          </ac:spMkLst>
        </pc:spChg>
        <pc:spChg chg="add">
          <ac:chgData name="Chandra Sanjay kumar" userId="ce268f9699938e29" providerId="LiveId" clId="{C5BC6609-A1CF-4725-9AD3-9811358A2B8E}" dt="2025-03-05T10:19:31.758" v="203"/>
          <ac:spMkLst>
            <pc:docMk/>
            <pc:sldMk cId="2820362109" sldId="272"/>
            <ac:spMk id="52" creationId="{A93678F3-D04C-D3AB-C7DE-5CE100AFB98E}"/>
          </ac:spMkLst>
        </pc:spChg>
        <pc:spChg chg="add">
          <ac:chgData name="Chandra Sanjay kumar" userId="ce268f9699938e29" providerId="LiveId" clId="{C5BC6609-A1CF-4725-9AD3-9811358A2B8E}" dt="2025-03-05T10:19:31.758" v="203"/>
          <ac:spMkLst>
            <pc:docMk/>
            <pc:sldMk cId="2820362109" sldId="272"/>
            <ac:spMk id="53" creationId="{7A91E15C-05EB-CAB2-1707-9BA311215341}"/>
          </ac:spMkLst>
        </pc:spChg>
        <pc:spChg chg="add">
          <ac:chgData name="Chandra Sanjay kumar" userId="ce268f9699938e29" providerId="LiveId" clId="{C5BC6609-A1CF-4725-9AD3-9811358A2B8E}" dt="2025-03-05T10:19:31.758" v="203"/>
          <ac:spMkLst>
            <pc:docMk/>
            <pc:sldMk cId="2820362109" sldId="272"/>
            <ac:spMk id="62" creationId="{8CE6F1AD-B7F8-4E5B-2D50-BCC87C6CE5F0}"/>
          </ac:spMkLst>
        </pc:spChg>
        <pc:picChg chg="add mod">
          <ac:chgData name="Chandra Sanjay kumar" userId="ce268f9699938e29" providerId="LiveId" clId="{C5BC6609-A1CF-4725-9AD3-9811358A2B8E}" dt="2025-03-05T10:21:59.917" v="213" actId="1076"/>
          <ac:picMkLst>
            <pc:docMk/>
            <pc:sldMk cId="2820362109" sldId="272"/>
            <ac:picMk id="67" creationId="{A7A71993-8814-9260-8BAD-AD413E98ED4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29F1A4-F31F-4423-959F-4860BF5D8161}" type="datetimeFigureOut">
              <a:rPr lang="en-IN" smtClean="0"/>
              <a:t>05-03-2025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0D219E-05BB-4D19-9BA1-DCAE847FE094}" type="slidenum">
              <a:rPr lang="en-IN" smtClean="0"/>
              <a:t>‹#›</a:t>
            </a:fld>
            <a:endParaRPr lang="en-IN"/>
          </a:p>
        </p:txBody>
      </p:sp>
    </p:spTree>
    <p:extLst>
      <p:ext uri="{BB962C8B-B14F-4D97-AF65-F5344CB8AC3E}">
        <p14:creationId xmlns:p14="http://schemas.microsoft.com/office/powerpoint/2010/main" val="1402020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31DF63-8B50-48B5-94F6-1061BF81A9C9}"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66454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31DF63-8B50-48B5-94F6-1061BF81A9C9}"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1179570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31DF63-8B50-48B5-94F6-1061BF81A9C9}"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2978115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31DF63-8B50-48B5-94F6-1061BF81A9C9}"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2353206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31DF63-8B50-48B5-94F6-1061BF81A9C9}" type="datetimeFigureOut">
              <a:rPr lang="en-US" smtClean="0"/>
              <a:t>3/5/2025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1239270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31DF63-8B50-48B5-94F6-1061BF81A9C9}" type="datetimeFigureOut">
              <a:rPr lang="en-US" smtClean="0"/>
              <a:t>3/5/2025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3951371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31DF63-8B50-48B5-94F6-1061BF81A9C9}" type="datetimeFigureOut">
              <a:rPr lang="en-US" smtClean="0"/>
              <a:t>3/5/2025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95327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31DF63-8B50-48B5-94F6-1061BF81A9C9}"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2509435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31DF63-8B50-48B5-94F6-1061BF81A9C9}"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1023152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31DF63-8B50-48B5-94F6-1061BF81A9C9}"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1317836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31DF63-8B50-48B5-94F6-1061BF81A9C9}"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579E7F0-30B3-4A9D-B929-4B1236C51A17}"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38489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F31DF63-8B50-48B5-94F6-1061BF81A9C9}"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41539542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F31DF63-8B50-48B5-94F6-1061BF81A9C9}"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579E7F0-30B3-4A9D-B929-4B1236C51A17}"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65967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F31DF63-8B50-48B5-94F6-1061BF81A9C9}"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1146377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31DF63-8B50-48B5-94F6-1061BF81A9C9}"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1887839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31DF63-8B50-48B5-94F6-1061BF81A9C9}"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579E7F0-30B3-4A9D-B929-4B1236C51A17}" type="slidenum">
              <a:rPr lang="en-US" smtClean="0"/>
              <a:t>‹#›</a:t>
            </a:fld>
            <a:endParaRPr lang="en-US"/>
          </a:p>
        </p:txBody>
      </p:sp>
    </p:spTree>
    <p:extLst>
      <p:ext uri="{BB962C8B-B14F-4D97-AF65-F5344CB8AC3E}">
        <p14:creationId xmlns:p14="http://schemas.microsoft.com/office/powerpoint/2010/main" val="611389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F31DF63-8B50-48B5-94F6-1061BF81A9C9}" type="datetimeFigureOut">
              <a:rPr lang="en-US" smtClean="0"/>
              <a:t>3/5/2025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E579E7F0-30B3-4A9D-B929-4B1236C51A17}" type="slidenum">
              <a:rPr lang="en-US" smtClean="0"/>
              <a:t>‹#›</a:t>
            </a:fld>
            <a:endParaRPr lang="en-US"/>
          </a:p>
        </p:txBody>
      </p:sp>
    </p:spTree>
    <p:extLst>
      <p:ext uri="{BB962C8B-B14F-4D97-AF65-F5344CB8AC3E}">
        <p14:creationId xmlns:p14="http://schemas.microsoft.com/office/powerpoint/2010/main" val="3165211521"/>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AE5D-88BD-FC24-E750-C8C9C6197F1D}"/>
              </a:ext>
            </a:extLst>
          </p:cNvPr>
          <p:cNvSpPr>
            <a:spLocks noGrp="1"/>
          </p:cNvSpPr>
          <p:nvPr>
            <p:ph type="ctrTitle"/>
          </p:nvPr>
        </p:nvSpPr>
        <p:spPr>
          <a:xfrm>
            <a:off x="1781139" y="170822"/>
            <a:ext cx="8915399" cy="2743199"/>
          </a:xfrm>
        </p:spPr>
        <p:txBody>
          <a:bodyPr>
            <a:normAutofit fontScale="90000"/>
          </a:bodyPr>
          <a:lstStyle/>
          <a:p>
            <a:pPr lvl="0" eaLnBrk="0" fontAlgn="base" hangingPunct="0">
              <a:spcBef>
                <a:spcPct val="0"/>
              </a:spcBef>
              <a:spcAft>
                <a:spcPct val="0"/>
              </a:spcAft>
              <a:tabLst>
                <a:tab pos="3976688" algn="l"/>
              </a:tabLst>
            </a:pPr>
            <a:br>
              <a:rPr lang="en-US" altLang="en-US" sz="4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br>
            <a:r>
              <a:rPr lang="en-US" altLang="en-US" sz="44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sz="3100" b="1" dirty="0">
                <a:latin typeface="Times New Roman" panose="02020603050405020304" pitchFamily="18" charset="0"/>
                <a:ea typeface="Calibri" panose="020F0502020204030204" pitchFamily="34" charset="0"/>
                <a:cs typeface="Times New Roman" panose="02020603050405020304" pitchFamily="18" charset="0"/>
              </a:rPr>
              <a:t>CMR TECHNICAL </a:t>
            </a:r>
            <a:r>
              <a:rPr lang="en-US" altLang="en-US" sz="3100" b="1"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t>CAMPUS</a:t>
            </a:r>
            <a:br>
              <a:rPr lang="en-US" altLang="en-US" sz="3100" b="1"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br>
            <a:r>
              <a:rPr lang="en-US" altLang="en-US" sz="3100" b="1"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t>                               UGC AUTONOMOUS</a:t>
            </a:r>
            <a:br>
              <a:rPr lang="en-US" altLang="en-US" sz="3100" b="1"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br>
            <a:r>
              <a:rPr lang="en-US" altLang="en-US" sz="3100" b="1"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t>               DEPARTMENT OF CSE-DATASCIENCE</a:t>
            </a:r>
            <a:br>
              <a:rPr lang="en-US" altLang="en-US" sz="3100" b="1"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br>
            <a:br>
              <a:rPr lang="en-US" altLang="en-US" sz="3100" b="1"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br>
            <a:r>
              <a:rPr lang="en-US" sz="3100" b="1"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t>                              </a:t>
            </a:r>
            <a:r>
              <a:rPr lang="en-IN" sz="3100" dirty="0"/>
              <a:t>MAJOR PROJECT REVIEW I</a:t>
            </a:r>
            <a:br>
              <a:rPr lang="en-IN" sz="3100" dirty="0"/>
            </a:br>
            <a:r>
              <a:rPr lang="en-IN" sz="3100"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t>                                               ON</a:t>
            </a:r>
            <a:endParaRPr lang="en-US" sz="3100" dirty="0"/>
          </a:p>
        </p:txBody>
      </p:sp>
      <p:sp>
        <p:nvSpPr>
          <p:cNvPr id="4" name="TextBox 3">
            <a:extLst>
              <a:ext uri="{FF2B5EF4-FFF2-40B4-BE49-F238E27FC236}">
                <a16:creationId xmlns:a16="http://schemas.microsoft.com/office/drawing/2014/main" id="{C945F6BD-C1CE-7FD6-EBFE-D0CEB27EF4B3}"/>
              </a:ext>
            </a:extLst>
          </p:cNvPr>
          <p:cNvSpPr txBox="1"/>
          <p:nvPr/>
        </p:nvSpPr>
        <p:spPr>
          <a:xfrm>
            <a:off x="3816991" y="2832786"/>
            <a:ext cx="6224631" cy="954107"/>
          </a:xfrm>
          <a:prstGeom prst="rect">
            <a:avLst/>
          </a:prstGeom>
          <a:noFill/>
        </p:spPr>
        <p:txBody>
          <a:bodyPr wrap="square" rtlCol="0">
            <a:spAutoFit/>
          </a:bodyPr>
          <a:lstStyle/>
          <a:p>
            <a:r>
              <a:rPr lang="en-US" sz="2800" dirty="0"/>
              <a:t>FAKE ACCOUNT DETECTION USING MACHINE LEARNING AND DATA SCIENCE</a:t>
            </a:r>
          </a:p>
        </p:txBody>
      </p:sp>
      <p:pic>
        <p:nvPicPr>
          <p:cNvPr id="7" name="Picture 6">
            <a:extLst>
              <a:ext uri="{FF2B5EF4-FFF2-40B4-BE49-F238E27FC236}">
                <a16:creationId xmlns:a16="http://schemas.microsoft.com/office/drawing/2014/main" id="{A43502CB-7E5E-2CDB-DB8E-7E3AD013CB1A}"/>
              </a:ext>
            </a:extLst>
          </p:cNvPr>
          <p:cNvPicPr>
            <a:picLocks noChangeAspect="1"/>
          </p:cNvPicPr>
          <p:nvPr/>
        </p:nvPicPr>
        <p:blipFill>
          <a:blip r:embed="rId2"/>
          <a:stretch>
            <a:fillRect/>
          </a:stretch>
        </p:blipFill>
        <p:spPr>
          <a:xfrm>
            <a:off x="191908" y="0"/>
            <a:ext cx="2540659" cy="1470908"/>
          </a:xfrm>
          <a:prstGeom prst="rect">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path path="circle">
              <a:fillToRect t="100000" r="100000"/>
            </a:path>
            <a:tileRect l="-100000" b="-100000"/>
          </a:gradFill>
        </p:spPr>
      </p:pic>
      <p:pic>
        <p:nvPicPr>
          <p:cNvPr id="8" name="Picture 7">
            <a:extLst>
              <a:ext uri="{FF2B5EF4-FFF2-40B4-BE49-F238E27FC236}">
                <a16:creationId xmlns:a16="http://schemas.microsoft.com/office/drawing/2014/main" id="{710AE922-091E-3F2E-4A95-F8118FFF3A92}"/>
              </a:ext>
            </a:extLst>
          </p:cNvPr>
          <p:cNvPicPr/>
          <p:nvPr/>
        </p:nvPicPr>
        <p:blipFill>
          <a:blip r:embed="rId3"/>
          <a:stretch>
            <a:fillRect/>
          </a:stretch>
        </p:blipFill>
        <p:spPr>
          <a:xfrm>
            <a:off x="10153015" y="0"/>
            <a:ext cx="2038985" cy="1357290"/>
          </a:xfrm>
          <a:prstGeom prst="rect">
            <a:avLst/>
          </a:prstGeom>
        </p:spPr>
      </p:pic>
      <p:sp>
        <p:nvSpPr>
          <p:cNvPr id="9" name="TextBox 8">
            <a:extLst>
              <a:ext uri="{FF2B5EF4-FFF2-40B4-BE49-F238E27FC236}">
                <a16:creationId xmlns:a16="http://schemas.microsoft.com/office/drawing/2014/main" id="{A59DE8F0-1746-F3DC-856F-352BA51E9FB3}"/>
              </a:ext>
            </a:extLst>
          </p:cNvPr>
          <p:cNvSpPr txBox="1"/>
          <p:nvPr/>
        </p:nvSpPr>
        <p:spPr>
          <a:xfrm>
            <a:off x="8076698" y="4932852"/>
            <a:ext cx="5239679" cy="1754326"/>
          </a:xfrm>
          <a:prstGeom prst="rect">
            <a:avLst/>
          </a:prstGeom>
          <a:noFill/>
        </p:spPr>
        <p:txBody>
          <a:bodyPr wrap="square" rtlCol="0">
            <a:spAutoFit/>
          </a:bodyPr>
          <a:lstStyle/>
          <a:p>
            <a:r>
              <a:rPr lang="en-IN" sz="1800" dirty="0">
                <a:solidFill>
                  <a:srgbClr val="FF0000"/>
                </a:solidFill>
                <a:latin typeface="Times New Roman" panose="02020603050405020304" pitchFamily="18" charset="0"/>
                <a:cs typeface="Times New Roman" panose="02020603050405020304" pitchFamily="18" charset="0"/>
              </a:rPr>
              <a:t>PRESENTED BY</a:t>
            </a:r>
            <a:r>
              <a:rPr lang="en-IN" sz="1800" dirty="0">
                <a:solidFill>
                  <a:srgbClr val="FF0000"/>
                </a:solidFill>
              </a:rPr>
              <a:t>:</a:t>
            </a:r>
          </a:p>
          <a:p>
            <a:endParaRPr lang="en-US" dirty="0"/>
          </a:p>
          <a:p>
            <a:r>
              <a:rPr lang="en-IN" dirty="0">
                <a:latin typeface="Times New Roman" panose="02020603050405020304" pitchFamily="18" charset="0"/>
                <a:cs typeface="Times New Roman" panose="02020603050405020304" pitchFamily="18" charset="0"/>
              </a:rPr>
              <a:t>E. PAVAN KUMAR</a:t>
            </a:r>
            <a:r>
              <a:rPr lang="en-IN" sz="1800" dirty="0">
                <a:latin typeface="Times New Roman" panose="02020603050405020304" pitchFamily="18" charset="0"/>
                <a:cs typeface="Times New Roman" panose="02020603050405020304" pitchFamily="18" charset="0"/>
              </a:rPr>
              <a:t>(217R1A67E2)</a:t>
            </a:r>
          </a:p>
          <a:p>
            <a:r>
              <a:rPr lang="en-IN" dirty="0">
                <a:latin typeface="Times New Roman" panose="02020603050405020304" pitchFamily="18" charset="0"/>
                <a:cs typeface="Times New Roman" panose="02020603050405020304" pitchFamily="18" charset="0"/>
              </a:rPr>
              <a:t>CH. SANJAY KUMAR</a:t>
            </a:r>
            <a:r>
              <a:rPr lang="en-IN" sz="1800" dirty="0">
                <a:latin typeface="Times New Roman" panose="02020603050405020304" pitchFamily="18" charset="0"/>
                <a:cs typeface="Times New Roman" panose="02020603050405020304" pitchFamily="18" charset="0"/>
              </a:rPr>
              <a:t>(217R1A67D7)</a:t>
            </a:r>
          </a:p>
          <a:p>
            <a:r>
              <a:rPr lang="en-IN" dirty="0">
                <a:latin typeface="Times New Roman" panose="02020603050405020304" pitchFamily="18" charset="0"/>
                <a:cs typeface="Times New Roman" panose="02020603050405020304" pitchFamily="18" charset="0"/>
              </a:rPr>
              <a:t>R. KARTHIK</a:t>
            </a:r>
            <a:r>
              <a:rPr lang="en-IN" sz="1800" dirty="0">
                <a:latin typeface="Times New Roman" panose="02020603050405020304" pitchFamily="18" charset="0"/>
                <a:cs typeface="Times New Roman" panose="02020603050405020304" pitchFamily="18" charset="0"/>
              </a:rPr>
              <a:t>(227R5A6716)</a:t>
            </a:r>
          </a:p>
          <a:p>
            <a:endParaRPr lang="en-US" dirty="0"/>
          </a:p>
        </p:txBody>
      </p:sp>
      <p:sp>
        <p:nvSpPr>
          <p:cNvPr id="10" name="TextBox 9">
            <a:extLst>
              <a:ext uri="{FF2B5EF4-FFF2-40B4-BE49-F238E27FC236}">
                <a16:creationId xmlns:a16="http://schemas.microsoft.com/office/drawing/2014/main" id="{51D35F4C-91D1-79B5-D731-88948CF75175}"/>
              </a:ext>
            </a:extLst>
          </p:cNvPr>
          <p:cNvSpPr txBox="1"/>
          <p:nvPr/>
        </p:nvSpPr>
        <p:spPr>
          <a:xfrm>
            <a:off x="4829757" y="4059980"/>
            <a:ext cx="3615070" cy="1477328"/>
          </a:xfrm>
          <a:prstGeom prst="rect">
            <a:avLst/>
          </a:prstGeom>
          <a:noFill/>
        </p:spPr>
        <p:txBody>
          <a:bodyPr wrap="square" rtlCol="0">
            <a:spAutoFit/>
          </a:bodyPr>
          <a:lstStyle/>
          <a:p>
            <a:r>
              <a:rPr lang="en-IN" sz="1800" b="1" dirty="0">
                <a:solidFill>
                  <a:srgbClr val="FF0000"/>
                </a:solidFill>
              </a:rPr>
              <a:t>UNDER THE GUIDANCE OF</a:t>
            </a:r>
          </a:p>
          <a:p>
            <a:r>
              <a:rPr lang="en-IN" sz="1800" dirty="0">
                <a:solidFill>
                  <a:srgbClr val="FF0000"/>
                </a:solidFill>
              </a:rPr>
              <a:t>    </a:t>
            </a:r>
            <a:r>
              <a:rPr lang="en-IN" b="1" dirty="0">
                <a:solidFill>
                  <a:srgbClr val="FF0000"/>
                </a:solidFill>
              </a:rPr>
              <a:t>Mrs. V. PREMA TULASI</a:t>
            </a:r>
            <a:endParaRPr lang="en-IN" sz="1800" b="1" dirty="0">
              <a:solidFill>
                <a:srgbClr val="FF0000"/>
              </a:solidFill>
            </a:endParaRPr>
          </a:p>
          <a:p>
            <a:r>
              <a:rPr lang="en-IN" sz="1800" b="1" dirty="0">
                <a:solidFill>
                  <a:srgbClr val="FF0000"/>
                </a:solidFill>
              </a:rPr>
              <a:t>   </a:t>
            </a:r>
            <a:r>
              <a:rPr lang="en-IN" sz="1800" dirty="0">
                <a:solidFill>
                  <a:srgbClr val="FF0000"/>
                </a:solidFill>
              </a:rPr>
              <a:t>(ASSISTANT PROFESSOR)</a:t>
            </a:r>
          </a:p>
          <a:p>
            <a:endParaRPr lang="en-IN" sz="1800" dirty="0"/>
          </a:p>
          <a:p>
            <a:endParaRPr lang="en-US" dirty="0"/>
          </a:p>
        </p:txBody>
      </p:sp>
    </p:spTree>
    <p:extLst>
      <p:ext uri="{BB962C8B-B14F-4D97-AF65-F5344CB8AC3E}">
        <p14:creationId xmlns:p14="http://schemas.microsoft.com/office/powerpoint/2010/main" val="1664874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422850-E204-F340-5388-B34E7BBF967E}"/>
              </a:ext>
            </a:extLst>
          </p:cNvPr>
          <p:cNvSpPr txBox="1"/>
          <p:nvPr/>
        </p:nvSpPr>
        <p:spPr>
          <a:xfrm>
            <a:off x="4896465" y="206477"/>
            <a:ext cx="3893574" cy="721736"/>
          </a:xfrm>
          <a:prstGeom prst="rect">
            <a:avLst/>
          </a:prstGeom>
          <a:noFill/>
        </p:spPr>
        <p:txBody>
          <a:bodyPr wrap="square">
            <a:spAutoFit/>
          </a:bodyPr>
          <a:lstStyle/>
          <a:p>
            <a:pPr marR="0" lvl="0">
              <a:lnSpc>
                <a:spcPct val="107000"/>
              </a:lnSpc>
              <a:spcBef>
                <a:spcPts val="0"/>
              </a:spcBef>
              <a:spcAft>
                <a:spcPts val="800"/>
              </a:spcAft>
            </a:pP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List of content</a:t>
            </a:r>
          </a:p>
        </p:txBody>
      </p:sp>
      <p:sp>
        <p:nvSpPr>
          <p:cNvPr id="4" name="TextBox 3">
            <a:extLst>
              <a:ext uri="{FF2B5EF4-FFF2-40B4-BE49-F238E27FC236}">
                <a16:creationId xmlns:a16="http://schemas.microsoft.com/office/drawing/2014/main" id="{BAFF55A9-2384-7BFF-3BDC-2F616B344239}"/>
              </a:ext>
            </a:extLst>
          </p:cNvPr>
          <p:cNvSpPr txBox="1"/>
          <p:nvPr/>
        </p:nvSpPr>
        <p:spPr>
          <a:xfrm>
            <a:off x="3234813" y="1199535"/>
            <a:ext cx="6489290" cy="4379469"/>
          </a:xfrm>
          <a:prstGeom prst="rect">
            <a:avLst/>
          </a:prstGeom>
          <a:noFill/>
        </p:spPr>
        <p:txBody>
          <a:bodyPr wrap="square" rtlCol="0">
            <a:spAutoFit/>
          </a:bodyPr>
          <a:lstStyle/>
          <a:p>
            <a:pPr marL="342900" marR="0" lvl="0" indent="-342900">
              <a:lnSpc>
                <a:spcPct val="107000"/>
              </a:lnSpc>
              <a:spcBef>
                <a:spcPts val="0"/>
              </a:spcBef>
              <a:spcAft>
                <a:spcPts val="0"/>
              </a:spcAft>
              <a:buFont typeface="+mj-lt"/>
              <a:buAutoNum type="arabicPeriod"/>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Abstract</a:t>
            </a:r>
          </a:p>
          <a:p>
            <a:pPr marL="342900" marR="0" lvl="0" indent="-342900">
              <a:lnSpc>
                <a:spcPct val="107000"/>
              </a:lnSpc>
              <a:spcBef>
                <a:spcPts val="0"/>
              </a:spcBef>
              <a:spcAft>
                <a:spcPts val="0"/>
              </a:spcAft>
              <a:buFont typeface="+mj-lt"/>
              <a:buAutoNum type="arabicPeriod"/>
            </a:pPr>
            <a:r>
              <a:rPr lang="en-US" sz="2400" dirty="0">
                <a:latin typeface="Times New Roman" panose="02020603050405020304" pitchFamily="18" charset="0"/>
                <a:ea typeface="Calibri" panose="020F0502020204030204" pitchFamily="34" charset="0"/>
                <a:cs typeface="Times New Roman" panose="02020603050405020304" pitchFamily="18" charset="0"/>
              </a:rPr>
              <a:t>Understanding of the Problem</a:t>
            </a:r>
          </a:p>
          <a:p>
            <a:pPr marL="342900" marR="0" lvl="0" indent="-342900">
              <a:lnSpc>
                <a:spcPct val="107000"/>
              </a:lnSpc>
              <a:spcBef>
                <a:spcPts val="0"/>
              </a:spcBef>
              <a:spcAft>
                <a:spcPts val="0"/>
              </a:spcAft>
              <a:buFont typeface="+mj-lt"/>
              <a:buAutoNum type="arabicPeriod"/>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Literature Review and Summary</a:t>
            </a:r>
          </a:p>
          <a:p>
            <a:pPr marL="342900" marR="0" lvl="0" indent="-342900">
              <a:lnSpc>
                <a:spcPct val="107000"/>
              </a:lnSpc>
              <a:spcBef>
                <a:spcPts val="0"/>
              </a:spcBef>
              <a:spcAft>
                <a:spcPts val="0"/>
              </a:spcAft>
              <a:buFont typeface="+mj-lt"/>
              <a:buAutoNum type="arabicPeriod"/>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Design and Modelling</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Preparation of the Problem</a:t>
            </a:r>
          </a:p>
          <a:p>
            <a:pPr marL="342900" marR="0" lvl="0" indent="-342900">
              <a:lnSpc>
                <a:spcPct val="107000"/>
              </a:lnSpc>
              <a:spcBef>
                <a:spcPts val="0"/>
              </a:spcBef>
              <a:spcAft>
                <a:spcPts val="0"/>
              </a:spcAft>
              <a:buFont typeface="+mj-lt"/>
              <a:buAutoNum type="arabicPeriod"/>
            </a:pPr>
            <a:r>
              <a:rPr lang="en-US" sz="2400" dirty="0">
                <a:latin typeface="Times New Roman" panose="02020603050405020304" pitchFamily="18" charset="0"/>
                <a:ea typeface="Calibri" panose="020F0502020204030204" pitchFamily="34" charset="0"/>
                <a:cs typeface="Times New Roman" panose="02020603050405020304" pitchFamily="18" charset="0"/>
              </a:rPr>
              <a:t>Implementation</a:t>
            </a:r>
          </a:p>
          <a:p>
            <a:pPr marL="342900" marR="0" lvl="0" indent="-342900">
              <a:lnSpc>
                <a:spcPct val="107000"/>
              </a:lnSpc>
              <a:spcBef>
                <a:spcPts val="0"/>
              </a:spcBef>
              <a:spcAft>
                <a:spcPts val="0"/>
              </a:spcAft>
              <a:buFont typeface="+mj-lt"/>
              <a:buAutoNum type="arabicPeriod"/>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Expected Output</a:t>
            </a:r>
          </a:p>
          <a:p>
            <a:pPr marL="342900" marR="0" lvl="0" indent="-342900">
              <a:lnSpc>
                <a:spcPct val="107000"/>
              </a:lnSpc>
              <a:spcBef>
                <a:spcPts val="0"/>
              </a:spcBef>
              <a:spcAft>
                <a:spcPts val="800"/>
              </a:spcAft>
              <a:buFont typeface="+mj-lt"/>
              <a:buAutoNum type="arabicPeriod"/>
            </a:pPr>
            <a:r>
              <a:rPr lang="en-US" sz="2400" dirty="0">
                <a:latin typeface="Times New Roman" panose="02020603050405020304" pitchFamily="18" charset="0"/>
                <a:ea typeface="Calibri" panose="020F0502020204030204" pitchFamily="34" charset="0"/>
                <a:cs typeface="Times New Roman" panose="02020603050405020304" pitchFamily="18" charset="0"/>
              </a:rPr>
              <a:t>References</a:t>
            </a:r>
          </a:p>
          <a:p>
            <a:pPr marR="0" lvl="0">
              <a:lnSpc>
                <a:spcPct val="107000"/>
              </a:lnSpc>
              <a:spcBef>
                <a:spcPts val="0"/>
              </a:spcBef>
              <a:spcAft>
                <a:spcPts val="800"/>
              </a:spcAft>
            </a:pPr>
            <a:endParaRPr lang="en-US" sz="2600" dirty="0">
              <a:latin typeface="Calibri "/>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3665316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5FFA8-33E9-36C2-6BD9-D3B619F27D99}"/>
              </a:ext>
            </a:extLst>
          </p:cNvPr>
          <p:cNvSpPr>
            <a:spLocks noGrp="1"/>
          </p:cNvSpPr>
          <p:nvPr>
            <p:ph type="title"/>
          </p:nvPr>
        </p:nvSpPr>
        <p:spPr>
          <a:xfrm>
            <a:off x="2371060" y="127592"/>
            <a:ext cx="9133553" cy="850603"/>
          </a:xfrm>
        </p:spPr>
        <p:txBody>
          <a:bodyPr>
            <a:normAutofit fontScale="90000"/>
          </a:bodyPr>
          <a:lstStyle/>
          <a:p>
            <a:r>
              <a:rPr lang="en-US" sz="4800" dirty="0">
                <a:effectLst/>
                <a:latin typeface="Calibri" panose="020F0502020204030204" pitchFamily="34" charset="0"/>
                <a:ea typeface="Calibri" panose="020F0502020204030204" pitchFamily="34" charset="0"/>
                <a:cs typeface="Times New Roman" panose="02020603050405020304" pitchFamily="18" charset="0"/>
              </a:rPr>
              <a:t>							</a:t>
            </a:r>
            <a:r>
              <a:rPr lang="en-US" sz="4400" dirty="0">
                <a:effectLst/>
                <a:latin typeface="Times New Roman" panose="02020603050405020304" pitchFamily="18" charset="0"/>
                <a:ea typeface="Calibri" panose="020F0502020204030204" pitchFamily="34" charset="0"/>
                <a:cs typeface="Times New Roman" panose="02020603050405020304" pitchFamily="18" charset="0"/>
              </a:rPr>
              <a:t>Abstract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4328012-6D61-0174-A39E-F127D1F61248}"/>
              </a:ext>
            </a:extLst>
          </p:cNvPr>
          <p:cNvSpPr>
            <a:spLocks noGrp="1"/>
          </p:cNvSpPr>
          <p:nvPr>
            <p:ph idx="1"/>
          </p:nvPr>
        </p:nvSpPr>
        <p:spPr>
          <a:xfrm>
            <a:off x="1963025" y="1216404"/>
            <a:ext cx="9454856" cy="5429974"/>
          </a:xfrm>
        </p:spPr>
        <p:txBody>
          <a:bodyPr>
            <a:noAutofit/>
          </a:bodyPr>
          <a:lstStyle/>
          <a:p>
            <a:pPr algn="just"/>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Nowadays, Online Social Media is dominating the world in several ways. Day by day the number of users using social media is increasing drastically. The main advantage of online social media is that we can connect to people easily and communicate with them in a better way. This provided a new way of a potential attack, such as fake identity, false information, etc. A recent survey suggest that the number of accounts present in the social media is much greater than the users using it. This suggest that fake accounts have been increased in the recent years. Online social media providers face difficulty in identifying these fake accounts. The need for identifying these fake accounts is that social media is flooded with false information, advertisements, etc.</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0777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F4B5C-BEB0-97D6-FEE3-FC68CD300408}"/>
              </a:ext>
            </a:extLst>
          </p:cNvPr>
          <p:cNvSpPr>
            <a:spLocks noGrp="1"/>
          </p:cNvSpPr>
          <p:nvPr>
            <p:ph type="title"/>
          </p:nvPr>
        </p:nvSpPr>
        <p:spPr>
          <a:xfrm>
            <a:off x="2022653" y="403237"/>
            <a:ext cx="8911687" cy="872350"/>
          </a:xfrm>
        </p:spPr>
        <p:txBody>
          <a:bodyPr>
            <a:normAutofit fontScale="90000"/>
          </a:bodyPr>
          <a:lstStyle/>
          <a:p>
            <a:r>
              <a:rPr lang="en-US" sz="4400" dirty="0">
                <a:effectLst/>
                <a:latin typeface="Calibri" panose="020F0502020204030204" pitchFamily="34" charset="0"/>
                <a:ea typeface="Calibri" panose="020F0502020204030204" pitchFamily="34" charset="0"/>
                <a:cs typeface="Times New Roman" panose="02020603050405020304" pitchFamily="18" charset="0"/>
              </a:rPr>
              <a:t>			</a:t>
            </a:r>
            <a:r>
              <a:rPr lang="en-US" sz="4400" dirty="0">
                <a:latin typeface="+mj-lt"/>
                <a:ea typeface="Calibri" panose="020F0502020204030204" pitchFamily="34" charset="0"/>
                <a:cs typeface="Times New Roman" panose="02020603050405020304" pitchFamily="18" charset="0"/>
              </a:rPr>
              <a:t>Understanding of the Problem</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5" name="Rectangle 2">
            <a:extLst>
              <a:ext uri="{FF2B5EF4-FFF2-40B4-BE49-F238E27FC236}">
                <a16:creationId xmlns:a16="http://schemas.microsoft.com/office/drawing/2014/main" id="{52CFCCA0-363D-DDB6-0CC5-3B0FF880E466}"/>
              </a:ext>
            </a:extLst>
          </p:cNvPr>
          <p:cNvSpPr>
            <a:spLocks noGrp="1" noChangeArrowheads="1"/>
          </p:cNvSpPr>
          <p:nvPr>
            <p:ph idx="1"/>
          </p:nvPr>
        </p:nvSpPr>
        <p:spPr bwMode="auto">
          <a:xfrm>
            <a:off x="2348916" y="1409349"/>
            <a:ext cx="8984611" cy="478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1" compatLnSpc="1">
            <a:prstTxWarp prst="textNoShape">
              <a:avLst/>
            </a:prstTxWarp>
            <a:spAutoFit/>
          </a:bodyPr>
          <a:lstStyle/>
          <a:p>
            <a:pPr algn="just">
              <a:lnSpc>
                <a:spcPct val="107000"/>
              </a:lnSpc>
              <a:spcBef>
                <a:spcPts val="0"/>
              </a:spcBef>
              <a:buFont typeface="Wingdings" panose="05000000000000000000" pitchFamily="2" charset="2"/>
              <a:buChar char=""/>
            </a:pPr>
            <a:r>
              <a:rPr lang="en-US" sz="2200" dirty="0">
                <a:effectLst/>
                <a:latin typeface="Calibri" panose="020F0502020204030204" pitchFamily="34" charset="0"/>
                <a:ea typeface="Times New Roman" panose="02020603050405020304" pitchFamily="18" charset="0"/>
                <a:cs typeface="Times New Roman" panose="02020603050405020304" pitchFamily="18" charset="0"/>
              </a:rPr>
              <a:t>The existing systems use very fewer factors to decide whether an account is fake or not. The factors largely affect the way decision making occurs</a:t>
            </a:r>
          </a:p>
          <a:p>
            <a:pPr algn="just">
              <a:lnSpc>
                <a:spcPct val="107000"/>
              </a:lnSpc>
              <a:spcBef>
                <a:spcPts val="0"/>
              </a:spcBef>
              <a:buFont typeface="Wingdings" panose="05000000000000000000" pitchFamily="2" charset="2"/>
              <a:buChar char=""/>
            </a:pPr>
            <a:r>
              <a:rPr lang="en-US" sz="2200" dirty="0"/>
              <a:t>Existing systems often rely on only a few factors—like profile age, post frequency, or basic engagement metrics—which limits their effectiveness against the increasingly nuanced tactics used in fake account creation.</a:t>
            </a:r>
          </a:p>
          <a:p>
            <a:pPr algn="just">
              <a:lnSpc>
                <a:spcPct val="107000"/>
              </a:lnSpc>
              <a:spcBef>
                <a:spcPts val="0"/>
              </a:spcBef>
              <a:buFont typeface="Wingdings" panose="05000000000000000000" pitchFamily="2" charset="2"/>
              <a:buChar char=""/>
            </a:pPr>
            <a:r>
              <a:rPr lang="en-US" sz="2200" dirty="0">
                <a:effectLst/>
                <a:latin typeface="Calibri" panose="020F0502020204030204" pitchFamily="34" charset="0"/>
                <a:ea typeface="Times New Roman" panose="02020603050405020304" pitchFamily="18" charset="0"/>
                <a:cs typeface="Times New Roman" panose="02020603050405020304" pitchFamily="18" charset="0"/>
              </a:rPr>
              <a:t>There is an exceptional improvement in fake account creation, which is unmatched by the software or application used to detect the fake account. Due to the advancement in creation of fake account, existing methods have turned obsolete</a:t>
            </a:r>
            <a:endParaRPr lang="en-US" sz="2200" dirty="0"/>
          </a:p>
          <a:p>
            <a:pPr marL="342900" marR="0" lvl="0" indent="-342900">
              <a:lnSpc>
                <a:spcPct val="107000"/>
              </a:lnSpc>
              <a:spcBef>
                <a:spcPts val="0"/>
              </a:spcBef>
              <a:spcAft>
                <a:spcPts val="0"/>
              </a:spcAft>
              <a:buFont typeface="Wingdings" panose="05000000000000000000" pitchFamily="2" charset="2"/>
              <a:buChar char=""/>
            </a:pPr>
            <a:r>
              <a:rPr lang="en-US" sz="2200" dirty="0">
                <a:effectLst/>
                <a:latin typeface="Calibri" panose="020F0502020204030204" pitchFamily="34" charset="0"/>
                <a:ea typeface="Times New Roman" panose="02020603050405020304" pitchFamily="18" charset="0"/>
                <a:cs typeface="Times New Roman" panose="02020603050405020304" pitchFamily="18" charset="0"/>
              </a:rPr>
              <a:t>The most common algorithm used by fake account detection Applications is the Random forest algorithm. The algorithm has few downsides such as inefficiency to handle the categorical variables which has different number of levels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8325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72951-A2F6-7C6A-1BDE-7714025B6075}"/>
              </a:ext>
            </a:extLst>
          </p:cNvPr>
          <p:cNvSpPr>
            <a:spLocks noGrp="1"/>
          </p:cNvSpPr>
          <p:nvPr>
            <p:ph type="title"/>
          </p:nvPr>
        </p:nvSpPr>
        <p:spPr>
          <a:xfrm>
            <a:off x="2592925" y="446568"/>
            <a:ext cx="8911687" cy="797442"/>
          </a:xfrm>
        </p:spPr>
        <p:txBody>
          <a:bodyPr>
            <a:normAutofit fontScale="90000"/>
          </a:bodyPr>
          <a:lstStyle/>
          <a:p>
            <a:r>
              <a:rPr lang="en-US" sz="4400" dirty="0">
                <a:effectLst/>
                <a:latin typeface="Calibri" panose="020F0502020204030204" pitchFamily="34" charset="0"/>
                <a:ea typeface="Calibri" panose="020F0502020204030204" pitchFamily="34" charset="0"/>
                <a:cs typeface="Times New Roman" panose="02020603050405020304" pitchFamily="18" charset="0"/>
              </a:rPr>
              <a:t>			Drawbacks of existing system</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48250D2-1B26-4695-9C86-F7D6A049875F}"/>
              </a:ext>
            </a:extLst>
          </p:cNvPr>
          <p:cNvSpPr>
            <a:spLocks noGrp="1"/>
          </p:cNvSpPr>
          <p:nvPr>
            <p:ph idx="1"/>
          </p:nvPr>
        </p:nvSpPr>
        <p:spPr>
          <a:xfrm>
            <a:off x="2116041" y="1244010"/>
            <a:ext cx="9865453" cy="5680251"/>
          </a:xfrm>
        </p:spPr>
        <p:txBody>
          <a:bodyPr>
            <a:noAutofit/>
          </a:bodyPr>
          <a:lstStyle/>
          <a:p>
            <a:pPr marR="0" lvl="0" algn="just">
              <a:lnSpc>
                <a:spcPct val="107000"/>
              </a:lnSpc>
              <a:spcBef>
                <a:spcPts val="0"/>
              </a:spcBef>
              <a:spcAft>
                <a:spcPts val="0"/>
              </a:spcAft>
              <a:buFont typeface="Wingdings" panose="05000000000000000000" pitchFamily="2" charset="2"/>
              <a:buChar char="v"/>
            </a:pPr>
            <a:r>
              <a:rPr lang="en-IN" sz="2400" b="1" dirty="0"/>
              <a:t>Limited Feature Sets</a:t>
            </a:r>
            <a:r>
              <a:rPr lang="en-IN" sz="2400" dirty="0"/>
              <a:t>:</a:t>
            </a:r>
          </a:p>
          <a:p>
            <a:pPr marL="0" marR="0" lvl="0" indent="0" algn="just">
              <a:lnSpc>
                <a:spcPct val="107000"/>
              </a:lnSpc>
              <a:spcBef>
                <a:spcPts val="0"/>
              </a:spcBef>
              <a:spcAft>
                <a:spcPts val="0"/>
              </a:spcAft>
              <a:buNone/>
            </a:pPr>
            <a:r>
              <a:rPr lang="en-US" sz="2200" dirty="0"/>
              <a:t>  Many systems rely on a small set of features, like account age or posting frequency, limiting detection accuracy. These basic factors can be easily manipulated by fake accounts</a:t>
            </a:r>
            <a:r>
              <a:rPr lang="en-US" sz="2400" dirty="0"/>
              <a:t>.</a:t>
            </a:r>
          </a:p>
          <a:p>
            <a:pPr marR="0" lvl="0" algn="just">
              <a:lnSpc>
                <a:spcPct val="107000"/>
              </a:lnSpc>
              <a:spcBef>
                <a:spcPts val="0"/>
              </a:spcBef>
              <a:spcAft>
                <a:spcPts val="0"/>
              </a:spcAft>
              <a:buFont typeface="Wingdings" panose="05000000000000000000" pitchFamily="2" charset="2"/>
              <a:buChar char="v"/>
            </a:pPr>
            <a:r>
              <a:rPr lang="en-IN" sz="2400" b="1" dirty="0"/>
              <a:t>Difficulty Handling Large-Scale Data</a:t>
            </a:r>
            <a:r>
              <a:rPr lang="en-IN" sz="2400" dirty="0"/>
              <a:t>:</a:t>
            </a:r>
          </a:p>
          <a:p>
            <a:pPr marL="0" marR="0" lvl="0" indent="0" algn="just">
              <a:lnSpc>
                <a:spcPct val="107000"/>
              </a:lnSpc>
              <a:spcBef>
                <a:spcPts val="0"/>
              </a:spcBef>
              <a:spcAft>
                <a:spcPts val="0"/>
              </a:spcAft>
              <a:buNone/>
            </a:pPr>
            <a:r>
              <a:rPr lang="en-US" sz="2200" dirty="0"/>
              <a:t> With millions of accounts, current systems may struggle with scalability, leading to slow detection speeds and increased computational costs, particularly for real-time detection</a:t>
            </a:r>
            <a:r>
              <a:rPr lang="en-US" sz="2400" dirty="0"/>
              <a:t>.</a:t>
            </a:r>
          </a:p>
          <a:p>
            <a:pPr marR="0" lvl="0" algn="just">
              <a:lnSpc>
                <a:spcPct val="107000"/>
              </a:lnSpc>
              <a:spcBef>
                <a:spcPts val="0"/>
              </a:spcBef>
              <a:spcAft>
                <a:spcPts val="0"/>
              </a:spcAft>
              <a:buFont typeface="Wingdings" panose="05000000000000000000" pitchFamily="2" charset="2"/>
              <a:buChar char="v"/>
            </a:pPr>
            <a:r>
              <a:rPr lang="en-US" sz="2400" b="1" dirty="0"/>
              <a:t>Insufficient Adaptation to High-Cardinality Categorical Data:</a:t>
            </a:r>
          </a:p>
          <a:p>
            <a:pPr marL="0" marR="0" lvl="0" indent="0" algn="just">
              <a:lnSpc>
                <a:spcPct val="107000"/>
              </a:lnSpc>
              <a:spcBef>
                <a:spcPts val="0"/>
              </a:spcBef>
              <a:spcAft>
                <a:spcPts val="0"/>
              </a:spcAft>
              <a:buNone/>
            </a:pPr>
            <a:r>
              <a:rPr lang="en-US" sz="2400" b="1" dirty="0"/>
              <a:t> </a:t>
            </a:r>
            <a:r>
              <a:rPr lang="en-US" sz="2200" dirty="0"/>
              <a:t>Algorithms like Random Forest have limitations with high-cardinality categorical variables (e.g., diverse IP addresses or unique device IDs), requiring extensive preprocessing and slowing down detection</a:t>
            </a:r>
            <a:endParaRPr lang="en-US" sz="2200" b="1"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8458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F596F-3D00-EF9C-C523-EA1B17B21D1B}"/>
              </a:ext>
            </a:extLst>
          </p:cNvPr>
          <p:cNvSpPr>
            <a:spLocks noGrp="1"/>
          </p:cNvSpPr>
          <p:nvPr>
            <p:ph type="title"/>
          </p:nvPr>
        </p:nvSpPr>
        <p:spPr>
          <a:xfrm>
            <a:off x="2297957" y="393406"/>
            <a:ext cx="8911687" cy="882502"/>
          </a:xfrm>
        </p:spPr>
        <p:txBody>
          <a:bodyPr>
            <a:normAutofit fontScale="90000"/>
          </a:bodyPr>
          <a:lstStyle/>
          <a:p>
            <a:r>
              <a:rPr lang="en-US" sz="4400" dirty="0">
                <a:effectLst/>
                <a:latin typeface="Calibri" panose="020F0502020204030204" pitchFamily="34" charset="0"/>
                <a:ea typeface="Calibri" panose="020F0502020204030204" pitchFamily="34" charset="0"/>
                <a:cs typeface="Times New Roman" panose="02020603050405020304" pitchFamily="18" charset="0"/>
              </a:rPr>
              <a:t>					</a:t>
            </a:r>
            <a:r>
              <a:rPr lang="en-US" sz="4400" dirty="0">
                <a:latin typeface="Calibri" panose="020F0502020204030204" pitchFamily="34" charset="0"/>
                <a:ea typeface="Calibri" panose="020F0502020204030204" pitchFamily="34" charset="0"/>
                <a:cs typeface="Times New Roman" panose="02020603050405020304" pitchFamily="18" charset="0"/>
              </a:rPr>
              <a:t>Literature Review</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DA4BDA8-F178-B04A-7F6D-E3DBDDFE44B5}"/>
              </a:ext>
            </a:extLst>
          </p:cNvPr>
          <p:cNvSpPr>
            <a:spLocks noGrp="1"/>
          </p:cNvSpPr>
          <p:nvPr>
            <p:ph idx="1"/>
          </p:nvPr>
        </p:nvSpPr>
        <p:spPr>
          <a:xfrm>
            <a:off x="-1484671" y="1275908"/>
            <a:ext cx="13676671" cy="5436837"/>
          </a:xfrm>
        </p:spPr>
        <p:txBody>
          <a:bodyPr>
            <a:noAutofit/>
          </a:bodyPr>
          <a:lstStyle/>
          <a:p>
            <a:pPr marL="4000500" lvl="8" indent="-457200" algn="just">
              <a:lnSpc>
                <a:spcPct val="107000"/>
              </a:lnSpc>
              <a:spcBef>
                <a:spcPts val="0"/>
              </a:spcBef>
              <a:buAutoNum type="arabicPeriod"/>
            </a:pPr>
            <a:r>
              <a:rPr lang="en-US" sz="2200" b="1" dirty="0"/>
              <a:t>Logistic Regression (LR): </a:t>
            </a:r>
            <a:r>
              <a:rPr lang="en-US" sz="2200" dirty="0"/>
              <a:t>Used in early detection systems with basic feature sets</a:t>
            </a:r>
          </a:p>
          <a:p>
            <a:pPr marL="3543300" lvl="8" indent="0" algn="just">
              <a:lnSpc>
                <a:spcPct val="107000"/>
              </a:lnSpc>
              <a:spcBef>
                <a:spcPts val="0"/>
              </a:spcBef>
              <a:buNone/>
            </a:pPr>
            <a:endParaRPr lang="en-US" sz="2200" dirty="0">
              <a:latin typeface="Calibri" panose="020F0502020204030204" pitchFamily="34" charset="0"/>
              <a:ea typeface="Calibri" panose="020F0502020204030204" pitchFamily="34" charset="0"/>
              <a:cs typeface="Times New Roman" panose="02020603050405020304" pitchFamily="18" charset="0"/>
            </a:endParaRPr>
          </a:p>
          <a:p>
            <a:pPr marL="4000500" lvl="8" indent="-457200" algn="just">
              <a:lnSpc>
                <a:spcPct val="107000"/>
              </a:lnSpc>
              <a:spcBef>
                <a:spcPts val="0"/>
              </a:spcBef>
              <a:buFont typeface="+mj-lt"/>
              <a:buAutoNum type="arabicPeriod" startAt="2"/>
            </a:pPr>
            <a:r>
              <a:rPr lang="en-US" sz="2200" b="1" dirty="0"/>
              <a:t>Decision Trees (DT) &amp; Random Forest (RF): </a:t>
            </a:r>
            <a:r>
              <a:rPr lang="en-US" sz="2200" dirty="0"/>
              <a:t>Applied for their interpretability and robustness in detecting bot accounts</a:t>
            </a:r>
          </a:p>
          <a:p>
            <a:pPr marL="3543300" lvl="8" indent="0" algn="just">
              <a:lnSpc>
                <a:spcPct val="107000"/>
              </a:lnSpc>
              <a:spcBef>
                <a:spcPts val="0"/>
              </a:spcBef>
              <a:buNone/>
            </a:pPr>
            <a:endParaRPr lang="en-US" sz="2200" dirty="0"/>
          </a:p>
          <a:p>
            <a:pPr marL="4000500" lvl="8" indent="-457200" algn="just">
              <a:lnSpc>
                <a:spcPct val="107000"/>
              </a:lnSpc>
              <a:spcBef>
                <a:spcPts val="0"/>
              </a:spcBef>
              <a:buFont typeface="+mj-lt"/>
              <a:buAutoNum type="arabicPeriod" startAt="3"/>
            </a:pPr>
            <a:r>
              <a:rPr lang="en-US" sz="2200" b="1" dirty="0"/>
              <a:t>Support Vector Machines (SVM): </a:t>
            </a:r>
            <a:r>
              <a:rPr lang="en-US" sz="2200" dirty="0"/>
              <a:t>Effective in high-dimensional spaces but computationally expensive </a:t>
            </a:r>
          </a:p>
          <a:p>
            <a:pPr marL="4000500" lvl="8" indent="-457200" algn="just">
              <a:lnSpc>
                <a:spcPct val="107000"/>
              </a:lnSpc>
              <a:spcBef>
                <a:spcPts val="0"/>
              </a:spcBef>
              <a:buAutoNum type="arabicPeriod" startAt="3"/>
            </a:pPr>
            <a:endParaRPr lang="en-US" sz="2200" dirty="0"/>
          </a:p>
          <a:p>
            <a:pPr marL="4000500" lvl="8" indent="-457200" algn="just">
              <a:lnSpc>
                <a:spcPct val="107000"/>
              </a:lnSpc>
              <a:spcBef>
                <a:spcPts val="0"/>
              </a:spcBef>
              <a:buFont typeface="Wingdings 3" charset="2"/>
              <a:buAutoNum type="arabicPeriod" startAt="3"/>
            </a:pPr>
            <a:r>
              <a:rPr lang="en-US" sz="2200" b="1" dirty="0"/>
              <a:t>Neural Networks (NN): </a:t>
            </a:r>
            <a:r>
              <a:rPr lang="en-US" sz="2200" dirty="0"/>
              <a:t>Capable of learning complex patterns but require large datasets</a:t>
            </a:r>
          </a:p>
          <a:p>
            <a:pPr marL="3543300" lvl="8" indent="0" algn="just">
              <a:lnSpc>
                <a:spcPct val="107000"/>
              </a:lnSpc>
              <a:spcBef>
                <a:spcPts val="0"/>
              </a:spcBef>
              <a:buNone/>
            </a:pPr>
            <a:endParaRPr lang="en-US" sz="2200" dirty="0"/>
          </a:p>
          <a:p>
            <a:pPr marL="4000500" lvl="8" indent="-457200" algn="just">
              <a:lnSpc>
                <a:spcPct val="107000"/>
              </a:lnSpc>
              <a:spcBef>
                <a:spcPts val="0"/>
              </a:spcBef>
              <a:buFont typeface="+mj-lt"/>
              <a:buAutoNum type="arabicPeriod" startAt="5"/>
            </a:pPr>
            <a:r>
              <a:rPr lang="en-US" sz="2200" b="1" dirty="0"/>
              <a:t>Autoencoders for anomaly detection</a:t>
            </a:r>
            <a:r>
              <a:rPr lang="en-US" sz="2200" dirty="0"/>
              <a:t>: Effective in detecting fake accounts with low false positive rates</a:t>
            </a:r>
          </a:p>
          <a:p>
            <a:pPr marL="4000500" lvl="8" indent="-457200" algn="just">
              <a:lnSpc>
                <a:spcPct val="107000"/>
              </a:lnSpc>
              <a:spcBef>
                <a:spcPts val="0"/>
              </a:spcBef>
              <a:buFont typeface="Wingdings 3" charset="2"/>
              <a:buAutoNum type="arabicPeriod" startAt="5"/>
            </a:pPr>
            <a:endParaRPr lang="en-US" sz="2200" dirty="0"/>
          </a:p>
          <a:p>
            <a:pPr marL="4000500" lvl="8" indent="-457200" algn="just">
              <a:lnSpc>
                <a:spcPct val="107000"/>
              </a:lnSpc>
              <a:spcBef>
                <a:spcPts val="0"/>
              </a:spcBef>
              <a:buAutoNum type="arabicPeriod" startAt="5"/>
            </a:pPr>
            <a:endParaRPr lang="en-US" sz="2200" dirty="0"/>
          </a:p>
        </p:txBody>
      </p:sp>
    </p:spTree>
    <p:extLst>
      <p:ext uri="{BB962C8B-B14F-4D97-AF65-F5344CB8AC3E}">
        <p14:creationId xmlns:p14="http://schemas.microsoft.com/office/powerpoint/2010/main" val="1924022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4143-C686-5338-6C61-33764EE6528B}"/>
              </a:ext>
            </a:extLst>
          </p:cNvPr>
          <p:cNvSpPr>
            <a:spLocks noGrp="1"/>
          </p:cNvSpPr>
          <p:nvPr>
            <p:ph type="title"/>
          </p:nvPr>
        </p:nvSpPr>
        <p:spPr/>
        <p:txBody>
          <a:bodyPr/>
          <a:lstStyle/>
          <a:p>
            <a:r>
              <a:rPr lang="en-IN" dirty="0"/>
              <a:t>Literature Review and summary :</a:t>
            </a:r>
          </a:p>
        </p:txBody>
      </p:sp>
      <p:sp>
        <p:nvSpPr>
          <p:cNvPr id="3" name="Content Placeholder 2">
            <a:extLst>
              <a:ext uri="{FF2B5EF4-FFF2-40B4-BE49-F238E27FC236}">
                <a16:creationId xmlns:a16="http://schemas.microsoft.com/office/drawing/2014/main" id="{A434C5A9-4256-B4AE-DB65-46C8E11512EE}"/>
              </a:ext>
            </a:extLst>
          </p:cNvPr>
          <p:cNvSpPr>
            <a:spLocks noGrp="1"/>
          </p:cNvSpPr>
          <p:nvPr>
            <p:ph idx="1"/>
          </p:nvPr>
        </p:nvSpPr>
        <p:spPr>
          <a:xfrm>
            <a:off x="2589212" y="1573161"/>
            <a:ext cx="8824776" cy="4338061"/>
          </a:xfrm>
        </p:spPr>
        <p:txBody>
          <a:bodyPr/>
          <a:lstStyle/>
          <a:p>
            <a:pPr marL="457200" indent="-457200">
              <a:buFont typeface="+mj-lt"/>
              <a:buAutoNum type="arabicPeriod" startAt="5"/>
            </a:pPr>
            <a:r>
              <a:rPr lang="en-US" sz="2200" b="1" dirty="0"/>
              <a:t>Recurrent Neural Networks (RNNs) and Long Short-Term Memory (LSTM)</a:t>
            </a:r>
            <a:r>
              <a:rPr lang="en-US" sz="2200" dirty="0"/>
              <a:t> models analyze sequential data for detecting bot-like behavior</a:t>
            </a:r>
          </a:p>
          <a:p>
            <a:pPr marL="457200" indent="-457200">
              <a:buFont typeface="+mj-lt"/>
              <a:buAutoNum type="arabicPeriod" startAt="5"/>
            </a:pPr>
            <a:r>
              <a:rPr lang="en-US" sz="2200" b="1" dirty="0"/>
              <a:t>Graph Neural Networks (GNNs)</a:t>
            </a:r>
            <a:r>
              <a:rPr lang="en-US" sz="2200" dirty="0"/>
              <a:t> leverage social network structures to improve detection accuracy</a:t>
            </a:r>
          </a:p>
          <a:p>
            <a:pPr marL="0" indent="0">
              <a:buNone/>
            </a:pPr>
            <a:r>
              <a:rPr lang="en-IN" sz="2200" b="1" dirty="0"/>
              <a:t>Summary :</a:t>
            </a:r>
          </a:p>
          <a:p>
            <a:pPr marL="0" indent="0">
              <a:buNone/>
            </a:pPr>
            <a:r>
              <a:rPr kumimoji="0" lang="en-US" altLang="en-US" sz="2200" b="0" i="0" u="none" strike="noStrike" cap="none" normalizeH="0" baseline="0" dirty="0">
                <a:ln>
                  <a:noFill/>
                </a:ln>
                <a:solidFill>
                  <a:schemeClr val="tx1"/>
                </a:solidFill>
                <a:effectLst/>
                <a:latin typeface="Arial" panose="020B0604020202020204" pitchFamily="34" charset="0"/>
              </a:rPr>
              <a:t>Machine learning and data science have significantly contributed to improving fake account detection. While existing methods demonstrate promising results, continuous advancements are required to tackle emerging threats and enhance the robustness of detection systems</a:t>
            </a:r>
            <a:endParaRPr lang="en-US" sz="2200" b="1" dirty="0"/>
          </a:p>
        </p:txBody>
      </p:sp>
      <p:sp>
        <p:nvSpPr>
          <p:cNvPr id="14" name="Rectangle 11">
            <a:extLst>
              <a:ext uri="{FF2B5EF4-FFF2-40B4-BE49-F238E27FC236}">
                <a16:creationId xmlns:a16="http://schemas.microsoft.com/office/drawing/2014/main" id="{92B65CD4-ABB9-F34B-AEBA-72482DC5074B}"/>
              </a:ext>
            </a:extLst>
          </p:cNvPr>
          <p:cNvSpPr>
            <a:spLocks noChangeArrowheads="1"/>
          </p:cNvSpPr>
          <p:nvPr/>
        </p:nvSpPr>
        <p:spPr bwMode="auto">
          <a:xfrm>
            <a:off x="0" y="427356"/>
            <a:ext cx="12068070"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15" name="Rectangle 12">
            <a:extLst>
              <a:ext uri="{FF2B5EF4-FFF2-40B4-BE49-F238E27FC236}">
                <a16:creationId xmlns:a16="http://schemas.microsoft.com/office/drawing/2014/main" id="{FAD84C13-7863-42DC-B417-82D7A055908D}"/>
              </a:ext>
            </a:extLst>
          </p:cNvPr>
          <p:cNvSpPr>
            <a:spLocks noChangeArrowheads="1"/>
          </p:cNvSpPr>
          <p:nvPr/>
        </p:nvSpPr>
        <p:spPr bwMode="auto">
          <a:xfrm>
            <a:off x="0" y="473075"/>
            <a:ext cx="1206807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241935430"/>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6026D-E25A-B27F-1DF4-2BAAB7B68FEB}"/>
              </a:ext>
            </a:extLst>
          </p:cNvPr>
          <p:cNvSpPr>
            <a:spLocks noGrp="1"/>
          </p:cNvSpPr>
          <p:nvPr>
            <p:ph type="title"/>
          </p:nvPr>
        </p:nvSpPr>
        <p:spPr/>
        <p:txBody>
          <a:bodyPr/>
          <a:lstStyle/>
          <a:p>
            <a:r>
              <a:rPr lang="en-IN" dirty="0"/>
              <a:t>Design And Modelling</a:t>
            </a:r>
          </a:p>
        </p:txBody>
      </p:sp>
      <p:pic>
        <p:nvPicPr>
          <p:cNvPr id="67" name="Content Placeholder 66" descr="A diagram of a data entry&#10;&#10;AI-generated content may be incorrect.">
            <a:extLst>
              <a:ext uri="{FF2B5EF4-FFF2-40B4-BE49-F238E27FC236}">
                <a16:creationId xmlns:a16="http://schemas.microsoft.com/office/drawing/2014/main" id="{A7A71993-8814-9260-8BAD-AD413E98ED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1251" y="1517655"/>
            <a:ext cx="8288593" cy="4561912"/>
          </a:xfrm>
        </p:spPr>
      </p:pic>
    </p:spTree>
    <p:extLst>
      <p:ext uri="{BB962C8B-B14F-4D97-AF65-F5344CB8AC3E}">
        <p14:creationId xmlns:p14="http://schemas.microsoft.com/office/powerpoint/2010/main" val="2820362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C20D1-9D7C-385D-0B89-6E665B036AE6}"/>
              </a:ext>
            </a:extLst>
          </p:cNvPr>
          <p:cNvSpPr>
            <a:spLocks noGrp="1"/>
          </p:cNvSpPr>
          <p:nvPr>
            <p:ph type="title"/>
          </p:nvPr>
        </p:nvSpPr>
        <p:spPr/>
        <p:txBody>
          <a:bodyPr/>
          <a:lstStyle/>
          <a:p>
            <a:r>
              <a:rPr lang="en-US" sz="3600" dirty="0">
                <a:effectLst/>
                <a:latin typeface="+mj-lt"/>
                <a:ea typeface="Calibri" panose="020F0502020204030204" pitchFamily="34" charset="0"/>
                <a:cs typeface="Times New Roman" panose="02020603050405020304" pitchFamily="18" charset="0"/>
              </a:rPr>
              <a:t>Preparation of the Problem</a:t>
            </a:r>
            <a:br>
              <a:rPr lang="en-US" sz="3600" dirty="0">
                <a:effectLst/>
                <a:latin typeface="+mj-lt"/>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C4805AF-B9D9-9DD8-BD09-66767DFAABA5}"/>
              </a:ext>
            </a:extLst>
          </p:cNvPr>
          <p:cNvSpPr>
            <a:spLocks noGrp="1"/>
          </p:cNvSpPr>
          <p:nvPr>
            <p:ph idx="1"/>
          </p:nvPr>
        </p:nvSpPr>
        <p:spPr/>
        <p:txBody>
          <a:bodyPr/>
          <a:lstStyle/>
          <a:p>
            <a:r>
              <a:rPr lang="en-IN" dirty="0"/>
              <a:t>Dataset collection</a:t>
            </a:r>
          </a:p>
          <a:p>
            <a:pPr>
              <a:buFont typeface="Wingdings" panose="05000000000000000000" pitchFamily="2" charset="2"/>
              <a:buChar char="v"/>
            </a:pPr>
            <a:r>
              <a:rPr lang="en-IN" dirty="0"/>
              <a:t>Social media profiles and engagement metrics</a:t>
            </a:r>
          </a:p>
          <a:p>
            <a:r>
              <a:rPr lang="en-IN" dirty="0"/>
              <a:t>Preprocessing techniques:</a:t>
            </a:r>
          </a:p>
          <a:p>
            <a:pPr>
              <a:buFont typeface="Wingdings" panose="05000000000000000000" pitchFamily="2" charset="2"/>
              <a:buChar char="v"/>
            </a:pPr>
            <a:r>
              <a:rPr lang="en-IN" dirty="0"/>
              <a:t>Handling missing values</a:t>
            </a:r>
          </a:p>
          <a:p>
            <a:pPr>
              <a:buFont typeface="Wingdings" panose="05000000000000000000" pitchFamily="2" charset="2"/>
              <a:buChar char="v"/>
            </a:pPr>
            <a:r>
              <a:rPr lang="en-IN" dirty="0"/>
              <a:t>Data normalization</a:t>
            </a:r>
          </a:p>
          <a:p>
            <a:pPr>
              <a:buFont typeface="Wingdings" panose="05000000000000000000" pitchFamily="2" charset="2"/>
              <a:buChar char="v"/>
            </a:pPr>
            <a:r>
              <a:rPr lang="en-US" dirty="0"/>
              <a:t>Splitting dataset into training and testing sets</a:t>
            </a:r>
            <a:endParaRPr lang="en-IN" dirty="0"/>
          </a:p>
          <a:p>
            <a:r>
              <a:rPr lang="en-IN" dirty="0"/>
              <a:t>Model selection and training</a:t>
            </a:r>
          </a:p>
          <a:p>
            <a:endParaRPr lang="en-IN" dirty="0"/>
          </a:p>
        </p:txBody>
      </p:sp>
    </p:spTree>
    <p:extLst>
      <p:ext uri="{BB962C8B-B14F-4D97-AF65-F5344CB8AC3E}">
        <p14:creationId xmlns:p14="http://schemas.microsoft.com/office/powerpoint/2010/main" val="797573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B06C-02B4-3ED5-BCBC-7EC0ABC307CE}"/>
              </a:ext>
            </a:extLst>
          </p:cNvPr>
          <p:cNvSpPr>
            <a:spLocks noGrp="1"/>
          </p:cNvSpPr>
          <p:nvPr>
            <p:ph type="title"/>
          </p:nvPr>
        </p:nvSpPr>
        <p:spPr/>
        <p:txBody>
          <a:bodyPr/>
          <a:lstStyle/>
          <a:p>
            <a:r>
              <a:rPr lang="en-IN" dirty="0"/>
              <a:t>Implementation</a:t>
            </a:r>
          </a:p>
        </p:txBody>
      </p:sp>
      <p:sp>
        <p:nvSpPr>
          <p:cNvPr id="3" name="Content Placeholder 2">
            <a:extLst>
              <a:ext uri="{FF2B5EF4-FFF2-40B4-BE49-F238E27FC236}">
                <a16:creationId xmlns:a16="http://schemas.microsoft.com/office/drawing/2014/main" id="{A5507F9A-D002-6EAC-1268-6359C2D08098}"/>
              </a:ext>
            </a:extLst>
          </p:cNvPr>
          <p:cNvSpPr>
            <a:spLocks noGrp="1"/>
          </p:cNvSpPr>
          <p:nvPr>
            <p:ph idx="1"/>
          </p:nvPr>
        </p:nvSpPr>
        <p:spPr/>
        <p:txBody>
          <a:bodyPr/>
          <a:lstStyle/>
          <a:p>
            <a:r>
              <a:rPr lang="en-US" dirty="0"/>
              <a:t>Upload social network profile dataset</a:t>
            </a:r>
          </a:p>
          <a:p>
            <a:r>
              <a:rPr lang="en-IN" dirty="0"/>
              <a:t>Data preprocessing</a:t>
            </a:r>
          </a:p>
          <a:p>
            <a:r>
              <a:rPr lang="en-IN" dirty="0"/>
              <a:t>Training model using ANN</a:t>
            </a:r>
          </a:p>
          <a:p>
            <a:r>
              <a:rPr lang="en-IN" dirty="0" err="1"/>
              <a:t>Analyzing</a:t>
            </a:r>
            <a:r>
              <a:rPr lang="en-IN" dirty="0"/>
              <a:t> accuracy and loss</a:t>
            </a:r>
          </a:p>
          <a:p>
            <a:r>
              <a:rPr lang="en-IN" dirty="0"/>
              <a:t>Predicting fake/genuine profiles</a:t>
            </a:r>
          </a:p>
        </p:txBody>
      </p:sp>
    </p:spTree>
    <p:extLst>
      <p:ext uri="{BB962C8B-B14F-4D97-AF65-F5344CB8AC3E}">
        <p14:creationId xmlns:p14="http://schemas.microsoft.com/office/powerpoint/2010/main" val="281127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2254D-803B-DB5F-C779-2CE647E0705A}"/>
              </a:ext>
            </a:extLst>
          </p:cNvPr>
          <p:cNvSpPr>
            <a:spLocks noGrp="1"/>
          </p:cNvSpPr>
          <p:nvPr>
            <p:ph type="title"/>
          </p:nvPr>
        </p:nvSpPr>
        <p:spPr/>
        <p:txBody>
          <a:bodyPr/>
          <a:lstStyle/>
          <a:p>
            <a:r>
              <a:rPr lang="en-IN" dirty="0"/>
              <a:t>Expected Output</a:t>
            </a:r>
          </a:p>
        </p:txBody>
      </p:sp>
      <p:sp>
        <p:nvSpPr>
          <p:cNvPr id="3" name="Content Placeholder 2">
            <a:extLst>
              <a:ext uri="{FF2B5EF4-FFF2-40B4-BE49-F238E27FC236}">
                <a16:creationId xmlns:a16="http://schemas.microsoft.com/office/drawing/2014/main" id="{E77C9CC7-D655-E4B3-A86A-0914861DBDF2}"/>
              </a:ext>
            </a:extLst>
          </p:cNvPr>
          <p:cNvSpPr>
            <a:spLocks noGrp="1"/>
          </p:cNvSpPr>
          <p:nvPr>
            <p:ph idx="1"/>
          </p:nvPr>
        </p:nvSpPr>
        <p:spPr/>
        <p:txBody>
          <a:bodyPr/>
          <a:lstStyle/>
          <a:p>
            <a:r>
              <a:rPr lang="en-US" dirty="0"/>
              <a:t>High accuracy in detecting fake accounts</a:t>
            </a:r>
          </a:p>
          <a:p>
            <a:r>
              <a:rPr lang="en-US" dirty="0"/>
              <a:t>Reduction in false positives and negatives</a:t>
            </a:r>
          </a:p>
          <a:p>
            <a:r>
              <a:rPr lang="en-US" dirty="0"/>
              <a:t>Improved security and trust in social media platforms</a:t>
            </a:r>
          </a:p>
          <a:p>
            <a:r>
              <a:rPr lang="en-US" dirty="0"/>
              <a:t>Faster processing and analysis of large datasets</a:t>
            </a:r>
          </a:p>
        </p:txBody>
      </p:sp>
    </p:spTree>
    <p:extLst>
      <p:ext uri="{BB962C8B-B14F-4D97-AF65-F5344CB8AC3E}">
        <p14:creationId xmlns:p14="http://schemas.microsoft.com/office/powerpoint/2010/main" val="1931291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D1D92-5D24-2798-7602-E3CF66FD526F}"/>
              </a:ext>
            </a:extLst>
          </p:cNvPr>
          <p:cNvSpPr>
            <a:spLocks noGrp="1"/>
          </p:cNvSpPr>
          <p:nvPr>
            <p:ph type="title"/>
          </p:nvPr>
        </p:nvSpPr>
        <p:spPr/>
        <p:txBody>
          <a:bodyPr>
            <a:normAutofit fontScale="90000"/>
          </a:bodyPr>
          <a:lstStyle/>
          <a:p>
            <a:r>
              <a:rPr lang="en-US" sz="4400" dirty="0">
                <a:effectLst/>
                <a:latin typeface="Calibri" panose="020F0502020204030204" pitchFamily="34" charset="0"/>
                <a:ea typeface="Calibri" panose="020F0502020204030204" pitchFamily="34" charset="0"/>
                <a:cs typeface="Times New Roman" panose="02020603050405020304" pitchFamily="18" charset="0"/>
              </a:rPr>
              <a:t>References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7977DCE-C1D9-27E1-027D-6CBCBB485C57}"/>
              </a:ext>
            </a:extLst>
          </p:cNvPr>
          <p:cNvSpPr>
            <a:spLocks noGrp="1"/>
          </p:cNvSpPr>
          <p:nvPr>
            <p:ph idx="1"/>
          </p:nvPr>
        </p:nvSpPr>
        <p:spPr>
          <a:xfrm>
            <a:off x="1679944" y="1701210"/>
            <a:ext cx="10132828" cy="3583171"/>
          </a:xfrm>
        </p:spPr>
        <p:txBody>
          <a:bodyPr/>
          <a:lstStyle/>
          <a:p>
            <a:pPr>
              <a:lnSpc>
                <a:spcPct val="115000"/>
              </a:lnSpc>
              <a:spcAft>
                <a:spcPts val="1000"/>
              </a:spcAft>
              <a:buFont typeface="+mj-lt"/>
              <a:buAutoNum type="arabicPeriod"/>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“Detection of Fake Twitter accounts with Machine Learning Algorithms” Ilhan aydin,Mehmet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sevi</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Mehmet umut salur.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buFont typeface="+mj-lt"/>
              <a:buAutoNum type="arabicPeriod" startAt="2"/>
            </a:pPr>
            <a:r>
              <a:rPr lang="en-US" dirty="0">
                <a:latin typeface="Calibri" panose="020F0502020204030204" pitchFamily="34" charset="0"/>
                <a:ea typeface="Times New Roman" panose="02020603050405020304" pitchFamily="18" charset="0"/>
                <a:cs typeface="Times New Roman" panose="02020603050405020304" pitchFamily="18" charset="0"/>
              </a:rPr>
              <a:t>“</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Detection of fake profile in online social networks using Machine Learning” Naman singh, Tushar sharma, Abha Thakral, Tanupriya Choudhury. </a:t>
            </a:r>
            <a:endParaRPr lang="en-IN"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buFont typeface="+mj-lt"/>
              <a:buAutoNum type="arabicPeriod" startAt="2"/>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“Detecting Fake accounts on Social Media” Sarah Khaled, Neamat el tazi, Hoda M.O. Mokhtar. </a:t>
            </a:r>
            <a:endParaRPr lang="en-IN"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buFont typeface="+mj-lt"/>
              <a:buAutoNum type="arabicPeriod" startAt="2"/>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“Twitter fake account detection”, Buket Ersahin, Ozlem Aktas, Deniz kilinc, Ceyhun Akyol.</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377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8C3C45-6BD6-A0C0-A035-4DD818BDBC35}"/>
              </a:ext>
            </a:extLst>
          </p:cNvPr>
          <p:cNvSpPr/>
          <p:nvPr/>
        </p:nvSpPr>
        <p:spPr>
          <a:xfrm>
            <a:off x="2126512" y="2967335"/>
            <a:ext cx="8229600" cy="923330"/>
          </a:xfrm>
          <a:prstGeom prst="rect">
            <a:avLst/>
          </a:prstGeom>
          <a:noFill/>
          <a:effectLst>
            <a:outerShdw blurRad="50800" dist="38100" dir="2700000" algn="tl" rotWithShape="0">
              <a:prstClr val="black">
                <a:alpha val="40000"/>
              </a:prstClr>
            </a:outerShdw>
          </a:effectLst>
        </p:spPr>
        <p:txBody>
          <a:bodyPr wrap="square" lIns="91440" tIns="45720" rIns="91440" bIns="45720">
            <a:spAutoFit/>
          </a:bodyPr>
          <a:lstStyle/>
          <a:p>
            <a:pPr algn="ctr"/>
            <a:r>
              <a:rPr lang="en-US" sz="5400" b="1" cap="none" spc="0" dirty="0">
                <a:ln w="0"/>
                <a:solidFill>
                  <a:srgbClr val="0070C0"/>
                </a:solidFill>
                <a:effectLst>
                  <a:outerShdw blurRad="50800" dist="38100" dir="18900000" algn="bl" rotWithShape="0">
                    <a:prstClr val="black">
                      <a:alpha val="40000"/>
                    </a:prstClr>
                  </a:outerShdw>
                </a:effectLst>
              </a:rPr>
              <a:t>THANK YOU</a:t>
            </a:r>
          </a:p>
        </p:txBody>
      </p:sp>
    </p:spTree>
    <p:extLst>
      <p:ext uri="{BB962C8B-B14F-4D97-AF65-F5344CB8AC3E}">
        <p14:creationId xmlns:p14="http://schemas.microsoft.com/office/powerpoint/2010/main" val="18519037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1286</TotalTime>
  <Words>845</Words>
  <Application>Microsoft Office PowerPoint</Application>
  <PresentationFormat>Widescreen</PresentationFormat>
  <Paragraphs>74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vt:lpstr>
      <vt:lpstr>Times New Roman</vt:lpstr>
      <vt:lpstr>Wingdings</vt:lpstr>
      <vt:lpstr>Wingdings 3</vt:lpstr>
      <vt:lpstr>Wisp</vt:lpstr>
      <vt:lpstr>                  CMR TECHNICAL CAMPUS                                UGC AUTONOMOUS                DEPARTMENT OF CSE-DATASCIENCE                                MAJOR PROJECT REVIEW I                                                ON</vt:lpstr>
      <vt:lpstr>PowerPoint Presentation</vt:lpstr>
      <vt:lpstr>       Abstract </vt:lpstr>
      <vt:lpstr>   Understanding of the Problem </vt:lpstr>
      <vt:lpstr>   Drawbacks of existing system </vt:lpstr>
      <vt:lpstr>     Literature Review </vt:lpstr>
      <vt:lpstr>Literature Review and summary :</vt:lpstr>
      <vt:lpstr>Design And Modelling</vt:lpstr>
      <vt:lpstr>Preparation of the Problem </vt:lpstr>
      <vt:lpstr>Implementation</vt:lpstr>
      <vt:lpstr>Expected Output</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Chandra Sanjay kumar</cp:lastModifiedBy>
  <cp:revision>6</cp:revision>
  <dcterms:created xsi:type="dcterms:W3CDTF">2024-09-24T07:48:18Z</dcterms:created>
  <dcterms:modified xsi:type="dcterms:W3CDTF">2025-03-05T10:24:17Z</dcterms:modified>
</cp:coreProperties>
</file>